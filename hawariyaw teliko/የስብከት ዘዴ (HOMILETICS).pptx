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29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7.xml" ContentType="application/vnd.openxmlformats-officedocument.presentationml.slide+xml"/>
  <Override PartName="/ppt/slides/slide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34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6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38.xml" ContentType="application/vnd.openxmlformats-officedocument.presentationml.slide+xml"/>
  <Override PartName="/ppt/slides/slide18.xml" ContentType="application/vnd.openxmlformats-officedocument.presentationml.slide+xml"/>
  <Override PartName="/ppt/slides/slide41.xml" ContentType="application/vnd.openxmlformats-officedocument.presentationml.slide+xml"/>
  <Override PartName="/ppt/slides/slide4.xml" ContentType="application/vnd.openxmlformats-officedocument.presentationml.slide+xml"/>
  <Override PartName="/ppt/slides/slide9.xml" ContentType="application/vnd.openxmlformats-officedocument.presentationml.slide+xml"/>
  <Override PartName="/ppt/slides/slide37.xml" ContentType="application/vnd.openxmlformats-officedocument.presentationml.slide+xml"/>
  <Override PartName="/ppt/slides/slide16.xml" ContentType="application/vnd.openxmlformats-officedocument.presentationml.slide+xml"/>
  <Override PartName="/ppt/slides/slide40.xml" ContentType="application/vnd.openxmlformats-officedocument.presentationml.slide+xml"/>
  <Override PartName="/ppt/slides/slide2.xml" ContentType="application/vnd.openxmlformats-officedocument.presentationml.slide+xml"/>
  <Override PartName="/ppt/slides/slide23.xml" ContentType="application/vnd.openxmlformats-officedocument.presentationml.slide+xml"/>
  <Override PartName="/ppt/slides/slide5.xml" ContentType="application/vnd.openxmlformats-officedocument.presentationml.slide+xml"/>
  <Override PartName="/ppt/slides/slide32.xml" ContentType="application/vnd.openxmlformats-officedocument.presentationml.slide+xml"/>
  <Override PartName="/ppt/slides/slide31.xml" ContentType="application/vnd.openxmlformats-officedocument.presentationml.slide+xml"/>
  <Override PartName="/ppt/slides/slide39.xml" ContentType="application/vnd.openxmlformats-officedocument.presentationml.slide+xml"/>
  <Override PartName="/ppt/slides/slide20.xml" ContentType="application/vnd.openxmlformats-officedocument.presentationml.slide+xml"/>
  <Override PartName="/ppt/slides/slide22.xml" ContentType="application/vnd.openxmlformats-officedocument.presentationml.slide+xml"/>
  <Override PartName="/ppt/slides/slide25.xml" ContentType="application/vnd.openxmlformats-officedocument.presentationml.slide+xml"/>
  <Override PartName="/ppt/slides/slide21.xml" ContentType="application/vnd.openxmlformats-officedocument.presentationml.slide+xml"/>
  <Override PartName="/ppt/slides/slide24.xml" ContentType="application/vnd.openxmlformats-officedocument.presentationml.slide+xml"/>
  <Override PartName="/ppt/slides/slide19.xml" ContentType="application/vnd.openxmlformats-officedocument.presentationml.slide+xml"/>
  <Override PartName="/ppt/slides/slide13.xml" ContentType="application/vnd.openxmlformats-officedocument.presentationml.slide+xml"/>
  <Override PartName="/ppt/slides/slide11.xml" ContentType="application/vnd.openxmlformats-officedocument.presentationml.slide+xml"/>
  <Override PartName="/ppt/slides/slide28.xml" ContentType="application/vnd.openxmlformats-officedocument.presentationml.slide+xml"/>
  <Override PartName="/ppt/slides/slide42.xml" ContentType="application/vnd.openxmlformats-officedocument.presentationml.slide+xml"/>
  <Override PartName="/ppt/slides/slide12.xml" ContentType="application/vnd.openxmlformats-officedocument.presentationml.slide+xml"/>
  <Override PartName="/ppt/slides/slide17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slide" Target="slides/slide33.xml"/><Relationship Id="rId36" Type="http://schemas.openxmlformats.org/officeDocument/2006/relationships/slide" Target="slides/slide34.xml"/><Relationship Id="rId37" Type="http://schemas.openxmlformats.org/officeDocument/2006/relationships/slide" Target="slides/slide35.xml"/><Relationship Id="rId38" Type="http://schemas.openxmlformats.org/officeDocument/2006/relationships/slide" Target="slides/slide36.xml"/><Relationship Id="rId39" Type="http://schemas.openxmlformats.org/officeDocument/2006/relationships/slide" Target="slides/slide37.xml"/><Relationship Id="rId40" Type="http://schemas.openxmlformats.org/officeDocument/2006/relationships/slide" Target="slides/slide38.xml"/><Relationship Id="rId41" Type="http://schemas.openxmlformats.org/officeDocument/2006/relationships/slide" Target="slides/slide39.xml"/><Relationship Id="rId42" Type="http://schemas.openxmlformats.org/officeDocument/2006/relationships/slide" Target="slides/slide40.xml"/><Relationship Id="rId43" Type="http://schemas.openxmlformats.org/officeDocument/2006/relationships/slide" Target="slides/slide41.xml"/><Relationship Id="rId44" Type="http://schemas.openxmlformats.org/officeDocument/2006/relationships/slide" Target="slides/slide42.xml"/><Relationship Id="rId4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 useBgFill="1">
        <p:nvSpPr>
          <p:cNvPr id="3" name="Rounded Rectangle 7"/>
          <p:cNvSpPr/>
          <p:nvPr/>
        </p:nvSpPr>
        <p:spPr>
          <a:xfrm>
            <a:off x="63360" y="69840"/>
            <a:ext cx="9014040" cy="6692760"/>
          </a:xfrm>
          <a:prstGeom prst="roundRect">
            <a:avLst>
              <a:gd name="adj" fmla="val 4931"/>
            </a:avLst>
          </a:prstGeom>
          <a:ln cap="sq" w="648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914400" y="2743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91440" anchor="b">
            <a:noAutofit/>
          </a:bodyPr>
          <a:lstStyle>
            <a:lvl1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4000" b="0" u="none" strike="noStrike">
                <a:solidFill>
                  <a:srgbClr val="696464"/>
                </a:solidFill>
                <a:effectLst/>
                <a:uFillTx/>
                <a:latin typeface="Franklin Gothic Book"/>
              </a:defRPr>
            </a:lvl1pPr>
          </a:lstStyle>
          <a:p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000" b="0" u="none" strike="noStrike">
                <a:solidFill>
                  <a:srgbClr val="696464"/>
                </a:solidFill>
                <a:effectLst/>
                <a:uFillTx/>
                <a:latin typeface="Franklin Gothic Book"/>
              </a:rPr>
              <a:t>Click to edit the title text format</a:t>
            </a:r>
            <a:endParaRPr lang="en-US" sz="4000" b="0" u="none" strike="noStrike">
              <a:solidFill>
                <a:srgbClr val="696464"/>
              </a:solidFill>
              <a:effectLst/>
              <a:uFillTx/>
              <a:latin typeface="Franklin Gothic Book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914400" y="1447920"/>
            <a:ext cx="7772400" cy="45720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/>
          </a:bodyPr>
          <a:lstStyle>
            <a:lvl1pPr algn="l">
              <a:spcBef>
                <a:spcPts val="575"/>
              </a:spcBef>
              <a:buClr>
                <a:srgbClr val="D34817"/>
              </a:buClr>
              <a:buSzPct val="85000"/>
              <a:buFont typeface="Wingdings 2" charset="2"/>
              <a:buChar char="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600" b="0" u="none" strike="noStrike">
                <a:solidFill>
                  <a:srgbClr val="000000"/>
                </a:solidFill>
                <a:effectLst/>
                <a:uFillTx/>
                <a:latin typeface="Perpetua"/>
              </a:defRPr>
            </a:lvl1pPr>
            <a:lvl2pPr lvl="1" algn="l">
              <a:spcBef>
                <a:spcPts val="575"/>
              </a:spcBef>
              <a:buClr>
                <a:srgbClr val="9B2D1F"/>
              </a:buClr>
              <a:buSzPct val="85000"/>
              <a:buFont typeface="Wingdings 2" charset="2"/>
              <a:buChar char="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600" b="0" u="none" strike="noStrike">
                <a:solidFill>
                  <a:srgbClr val="000000"/>
                </a:solidFill>
                <a:effectLst/>
                <a:uFillTx/>
                <a:latin typeface="Perpetua"/>
              </a:defRPr>
            </a:lvl2pPr>
            <a:lvl3pPr lvl="2" algn="l">
              <a:spcBef>
                <a:spcPts val="575"/>
              </a:spcBef>
              <a:buClr>
                <a:srgbClr val="E6B1AB"/>
              </a:buClr>
              <a:buSzPct val="85000"/>
              <a:buFont typeface="Wingdings 2" charset="2"/>
              <a:buChar char="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600" b="0" u="none" strike="noStrike">
                <a:solidFill>
                  <a:srgbClr val="000000"/>
                </a:solidFill>
                <a:effectLst/>
                <a:uFillTx/>
                <a:latin typeface="Perpetua"/>
              </a:defRPr>
            </a:lvl3pPr>
            <a:lvl4pPr lvl="3" algn="l">
              <a:spcBef>
                <a:spcPts val="575"/>
              </a:spcBef>
              <a:buClr>
                <a:srgbClr val="A28E6A"/>
              </a:buClr>
              <a:buSzPct val="80000"/>
              <a:buFont typeface="Wingdings 2" charset="2"/>
              <a:buChar char="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600" b="0" u="none" strike="noStrike">
                <a:solidFill>
                  <a:srgbClr val="000000"/>
                </a:solidFill>
                <a:effectLst/>
                <a:uFillTx/>
                <a:latin typeface="Perpetua"/>
              </a:defRPr>
            </a:lvl4pPr>
            <a:lvl5pPr lvl="4" algn="l">
              <a:spcBef>
                <a:spcPts val="575"/>
              </a:spcBef>
              <a:buClr>
                <a:srgbClr val="A28E6A"/>
              </a:buClr>
              <a:buFont typeface="Perpetua"/>
              <a:buChar char="o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600" b="0" u="none" strike="noStrike">
                <a:solidFill>
                  <a:srgbClr val="000000"/>
                </a:solidFill>
                <a:effectLst/>
                <a:uFillTx/>
                <a:latin typeface="Perpetua"/>
              </a:defRPr>
            </a:lvl5pPr>
            <a:lvl6pPr lvl="5" algn="l">
              <a:spcBef>
                <a:spcPts val="575"/>
              </a:spcBef>
              <a:buClr>
                <a:srgbClr val="000000"/>
              </a:buClr>
              <a:buFont typeface="Perpetua"/>
              <a:buChar char="o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600" b="0" u="none" strike="noStrike">
                <a:solidFill>
                  <a:srgbClr val="000000"/>
                </a:solidFill>
                <a:effectLst/>
                <a:uFillTx/>
                <a:latin typeface="Perpetua"/>
              </a:defRPr>
            </a:lvl6pPr>
            <a:lvl7pPr lvl="6" algn="l">
              <a:spcBef>
                <a:spcPts val="575"/>
              </a:spcBef>
              <a:buClr>
                <a:srgbClr val="000000"/>
              </a:buClr>
              <a:buFont typeface="Perpetua"/>
              <a:buChar char="o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600" b="0" u="none" strike="noStrike">
                <a:solidFill>
                  <a:srgbClr val="000000"/>
                </a:solidFill>
                <a:effectLst/>
                <a:uFillTx/>
                <a:latin typeface="Perpetua"/>
              </a:defRPr>
            </a:lvl7pPr>
          </a:lstStyle>
          <a:p>
            <a:pPr marL="272880" indent="-272880" algn="l">
              <a:spcBef>
                <a:spcPts val="575"/>
              </a:spcBef>
              <a:buClr>
                <a:srgbClr val="D34817"/>
              </a:buClr>
              <a:buSzPct val="85000"/>
              <a:buFont typeface="Wingdings 2" charset="2"/>
              <a:buChar char="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Perpetua"/>
              </a:rPr>
              <a:t>Click to edit the outline text format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Perpetua"/>
            </a:endParaRPr>
          </a:p>
          <a:p>
            <a:pPr marL="547560" lvl="1" indent="-228600" algn="l">
              <a:spcBef>
                <a:spcPts val="575"/>
              </a:spcBef>
              <a:buClr>
                <a:srgbClr val="9B2D1F"/>
              </a:buClr>
              <a:buSzPct val="85000"/>
              <a:buFont typeface="Wingdings 2" charset="2"/>
              <a:buChar char="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Perpetua"/>
              </a:rPr>
              <a:t>Second Outline Level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Perpetua"/>
            </a:endParaRPr>
          </a:p>
          <a:p>
            <a:pPr marL="822240" lvl="2" indent="-228600" algn="l">
              <a:spcBef>
                <a:spcPts val="575"/>
              </a:spcBef>
              <a:buClr>
                <a:srgbClr val="E6B1AB"/>
              </a:buClr>
              <a:buSzPct val="85000"/>
              <a:buFont typeface="Wingdings 2" charset="2"/>
              <a:buChar char="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Perpetua"/>
              </a:rPr>
              <a:t>Third Outline Level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Perpetua"/>
            </a:endParaRPr>
          </a:p>
          <a:p>
            <a:pPr marL="1096920" lvl="3" indent="-228600" algn="l">
              <a:spcBef>
                <a:spcPts val="575"/>
              </a:spcBef>
              <a:buClr>
                <a:srgbClr val="A28E6A"/>
              </a:buClr>
              <a:buSzPct val="80000"/>
              <a:buFont typeface="Wingdings 2" charset="2"/>
              <a:buChar char="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Perpetua"/>
              </a:rPr>
              <a:t>Fourth Outline Level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Perpetua"/>
            </a:endParaRPr>
          </a:p>
          <a:p>
            <a:pPr marL="1371600" lvl="4" indent="-228600" algn="l">
              <a:spcBef>
                <a:spcPts val="575"/>
              </a:spcBef>
              <a:buClr>
                <a:srgbClr val="A28E6A"/>
              </a:buClr>
              <a:buFont typeface="Perpetua"/>
              <a:buChar char="o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Perpetua"/>
              </a:rPr>
              <a:t>Fifth Outline Level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Perpetua"/>
            </a:endParaRPr>
          </a:p>
          <a:p>
            <a:pPr marL="1371600" lvl="5" indent="-228600" algn="l">
              <a:spcBef>
                <a:spcPts val="575"/>
              </a:spcBef>
              <a:buClr>
                <a:srgbClr val="000000"/>
              </a:buClr>
              <a:buFont typeface="Perpetua"/>
              <a:buChar char="o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Perpetua"/>
              </a:rPr>
              <a:t>Sixth Outline Level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Perpetua"/>
            </a:endParaRPr>
          </a:p>
          <a:p>
            <a:pPr marL="1371600" lvl="6" indent="-228600" algn="l">
              <a:spcBef>
                <a:spcPts val="575"/>
              </a:spcBef>
              <a:buClr>
                <a:srgbClr val="000000"/>
              </a:buClr>
              <a:buFont typeface="Perpetua"/>
              <a:buChar char="o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Perpetua"/>
              </a:rPr>
              <a:t>Seventh Outline Level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Perpetua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dt" idx="1"/>
          </p:nvPr>
        </p:nvSpPr>
        <p:spPr>
          <a:xfrm>
            <a:off x="6171840" y="6190920"/>
            <a:ext cx="2476440" cy="47628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p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ftr" idx="2"/>
          </p:nvPr>
        </p:nvSpPr>
        <p:spPr>
          <a:xfrm>
            <a:off x="914040" y="6172200"/>
            <a:ext cx="396252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p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sldNum" idx="3"/>
          </p:nvPr>
        </p:nvSpPr>
        <p:spPr>
          <a:xfrm>
            <a:off x="213120" y="6277320"/>
            <a:ext cx="323280" cy="323280"/>
          </a:xfrm>
          <a:prstGeom prst="rect">
            <a:avLst/>
          </a:prstGeom>
          <a:solidFill>
            <a:srgbClr val="D34817"/>
          </a:solidFill>
          <a:ln w="0">
            <a:noFill/>
          </a:ln>
        </p:spPr>
        <p:txBody>
          <a:bodyPr lIns="0" tIns="0" rIns="0" bIns="0" anchor="ctr" anchorCtr="1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Franklin Gothic Book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FED1C86D-3D7D-4A35-B1DC-00BB1DEDC93D}" type="slidenum"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Franklin Gothic Book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hyperlink" Target="file:///chapter@48@11@28" TargetMode="External"/><Relationship Id="rId2" Type="http://schemas.openxmlformats.org/officeDocument/2006/relationships/hyperlink" Target="file:///verse@48@11@28" TargetMode="External"/><Relationship Id="rId3" Type="http://schemas.openxmlformats.org/officeDocument/2006/relationships/slideLayout" Target="../slideLayouts/slideLayout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914400" y="2743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91440" anchor="b">
            <a:noAutofit/>
          </a:bodyPr>
          <a:p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600" b="0" u="none" strike="noStrike">
                <a:solidFill>
                  <a:srgbClr val="FF0000"/>
                </a:solidFill>
                <a:effectLst/>
                <a:uFillTx/>
                <a:latin typeface="Franklin Gothic Book"/>
              </a:rPr>
              <a:t>በስመ አብ ወወልድ ወመንፈስ ቅዱስ አሐዱ አምላክ አሜን</a:t>
            </a:r>
            <a:endParaRPr lang="en-US" sz="3600" b="0" u="none" strike="noStrike">
              <a:solidFill>
                <a:srgbClr val="696464"/>
              </a:solidFill>
              <a:effectLst/>
              <a:uFillTx/>
              <a:latin typeface="Franklin Gothic Book"/>
            </a:endParaRPr>
          </a:p>
        </p:txBody>
      </p:sp>
      <p:sp>
        <p:nvSpPr>
          <p:cNvPr id="10" name="Slide Number Placeholder 3"/>
          <p:cNvSpPr/>
          <p:nvPr/>
        </p:nvSpPr>
        <p:spPr>
          <a:xfrm>
            <a:off x="146160" y="6210360"/>
            <a:ext cx="457200" cy="457200"/>
          </a:xfrm>
          <a:prstGeom prst="ellipse">
            <a:avLst/>
          </a:prstGeom>
          <a:solidFill>
            <a:srgbClr val="D3481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 anchorCtr="1">
            <a:no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D2FE9E8F-47D4-4A76-B36C-2031602F56EF}" type="slidenum"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Franklin Gothic Book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"/>
          <p:cNvSpPr txBox="1"/>
          <p:nvPr/>
        </p:nvSpPr>
        <p:spPr>
          <a:xfrm>
            <a:off x="914400" y="1447920"/>
            <a:ext cx="7772400" cy="4572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409680" indent="-409680" algn="ctr">
              <a:spcBef>
                <a:spcPts val="5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600" b="0" u="none" strike="noStrike">
              <a:solidFill>
                <a:srgbClr val="000000"/>
              </a:solidFill>
              <a:effectLst/>
              <a:uFillTx/>
              <a:latin typeface="Perpetua"/>
            </a:endParaRPr>
          </a:p>
          <a:p>
            <a:pPr marL="409680" indent="-409680" algn="ctr">
              <a:lnSpc>
                <a:spcPct val="100000"/>
              </a:lnSpc>
              <a:spcBef>
                <a:spcPts val="5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8800" b="1" u="none" strike="noStrike">
                <a:solidFill>
                  <a:srgbClr val="FF0000"/>
                </a:solidFill>
                <a:effectLst/>
                <a:uFillTx/>
                <a:latin typeface="Visual Geez Unicode"/>
              </a:rPr>
              <a:t>የስብከት ዘዴ</a:t>
            </a:r>
            <a:endParaRPr lang="en-US" sz="8800" b="0" u="none" strike="noStrike">
              <a:solidFill>
                <a:srgbClr val="000000"/>
              </a:solidFill>
              <a:effectLst/>
              <a:uFillTx/>
              <a:latin typeface="Perpetua"/>
            </a:endParaRPr>
          </a:p>
          <a:p>
            <a:pPr marL="409680" indent="-409680">
              <a:lnSpc>
                <a:spcPct val="100000"/>
              </a:lnSpc>
              <a:spcBef>
                <a:spcPts val="5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8800" b="0" u="none" strike="noStrike">
              <a:solidFill>
                <a:srgbClr val="000000"/>
              </a:solidFill>
              <a:effectLst/>
              <a:uFillTx/>
              <a:latin typeface="Perpetua"/>
            </a:endParaRP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914400" y="151920"/>
            <a:ext cx="7772400" cy="762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91440" anchor="b">
            <a:noAutofit/>
          </a:bodyPr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800" b="1" u="none" strike="noStrike">
                <a:solidFill>
                  <a:srgbClr val="FF0000"/>
                </a:solidFill>
                <a:effectLst/>
                <a:uFillTx/>
                <a:latin typeface="Franklin Gothic Book"/>
              </a:rPr>
              <a:t>ስብከተ ወንጌል</a:t>
            </a:r>
            <a:endParaRPr lang="en-US" sz="4800" b="0" u="none" strike="noStrike">
              <a:solidFill>
                <a:srgbClr val="696464"/>
              </a:solidFill>
              <a:effectLst/>
              <a:uFillTx/>
              <a:latin typeface="Franklin Gothic Book"/>
            </a:endParaRPr>
          </a:p>
        </p:txBody>
      </p:sp>
      <p:sp>
        <p:nvSpPr>
          <p:cNvPr id="13" name="Slide Number Placeholder 2"/>
          <p:cNvSpPr/>
          <p:nvPr/>
        </p:nvSpPr>
        <p:spPr>
          <a:xfrm>
            <a:off x="146160" y="6210360"/>
            <a:ext cx="457200" cy="457200"/>
          </a:xfrm>
          <a:prstGeom prst="ellipse">
            <a:avLst/>
          </a:prstGeom>
          <a:solidFill>
            <a:srgbClr val="D3481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 anchorCtr="1">
            <a:no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A4B2A94F-C4FE-4FE6-AE6A-AA063424F899}" type="slidenum"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Franklin Gothic Book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"/>
          <p:cNvSpPr txBox="1"/>
          <p:nvPr/>
        </p:nvSpPr>
        <p:spPr>
          <a:xfrm>
            <a:off x="228240" y="1142640"/>
            <a:ext cx="8458200" cy="53341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272880" indent="-272880" algn="just">
              <a:spcBef>
                <a:spcPts val="575"/>
              </a:spcBef>
              <a:buClr>
                <a:srgbClr val="D34817"/>
              </a:buClr>
              <a:buSzPct val="85000"/>
              <a:buFont typeface="Wingdings 2" charset="2"/>
              <a:buChar char="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600" b="0" u="none" strike="noStrike">
                <a:solidFill>
                  <a:srgbClr val="000000"/>
                </a:solidFill>
                <a:effectLst/>
                <a:uFillTx/>
                <a:latin typeface="Perpetua"/>
              </a:rPr>
              <a:t>“</a:t>
            </a:r>
            <a:r>
              <a:rPr lang="am-ET" sz="3600" b="0" u="none" strike="noStrike">
                <a:solidFill>
                  <a:srgbClr val="000000"/>
                </a:solidFill>
                <a:effectLst/>
                <a:uFillTx/>
                <a:latin typeface="Nyala"/>
              </a:rPr>
              <a:t>እንግዲህ ያላመኑበትን እንዴት አድርገው ይጠሩታል</a:t>
            </a:r>
            <a:r>
              <a:rPr lang="am-ET" sz="3600" b="0" u="none" strike="noStrike">
                <a:solidFill>
                  <a:srgbClr val="000000"/>
                </a:solidFill>
                <a:effectLst/>
                <a:uFillTx/>
                <a:latin typeface="Nyala"/>
              </a:rPr>
              <a:t>? </a:t>
            </a:r>
            <a:r>
              <a:rPr lang="am-ET" sz="3600" b="0" u="none" strike="noStrike">
                <a:solidFill>
                  <a:srgbClr val="000000"/>
                </a:solidFill>
                <a:effectLst/>
                <a:uFillTx/>
                <a:latin typeface="Nyala"/>
              </a:rPr>
              <a:t>ባልሰሙትስ እንዴት ያምናሉ</a:t>
            </a:r>
            <a:r>
              <a:rPr lang="am-ET" sz="3600" b="0" u="none" strike="noStrike">
                <a:solidFill>
                  <a:srgbClr val="000000"/>
                </a:solidFill>
                <a:effectLst/>
                <a:uFillTx/>
                <a:latin typeface="Nyala"/>
              </a:rPr>
              <a:t>? </a:t>
            </a:r>
            <a:r>
              <a:rPr lang="am-ET" sz="3600" b="0" u="none" strike="noStrike">
                <a:solidFill>
                  <a:srgbClr val="000000"/>
                </a:solidFill>
                <a:effectLst/>
                <a:uFillTx/>
                <a:latin typeface="Nyala"/>
              </a:rPr>
              <a:t>ያለ ሰባኪስ እንዴት ይሰማሉ</a:t>
            </a:r>
            <a:r>
              <a:rPr lang="am-ET" sz="3600" b="0" u="none" strike="noStrike">
                <a:solidFill>
                  <a:srgbClr val="000000"/>
                </a:solidFill>
                <a:effectLst/>
                <a:uFillTx/>
                <a:latin typeface="Nyala"/>
              </a:rPr>
              <a:t>?</a:t>
            </a:r>
            <a:r>
              <a:rPr lang="en-US" sz="3600" b="0" u="none" strike="noStrike">
                <a:solidFill>
                  <a:srgbClr val="000000"/>
                </a:solidFill>
                <a:effectLst/>
                <a:uFillTx/>
                <a:latin typeface="Perpetua"/>
              </a:rPr>
              <a:t>” </a:t>
            </a:r>
            <a:r>
              <a:rPr lang="en-US" sz="4000" b="0" u="none" strike="noStrike">
                <a:solidFill>
                  <a:srgbClr val="FF0000"/>
                </a:solidFill>
                <a:effectLst/>
                <a:uFillTx/>
                <a:latin typeface="Times New Roman"/>
                <a:cs typeface="Times New Roman"/>
              </a:rPr>
              <a:t>ሮሜ </a:t>
            </a:r>
            <a:r>
              <a:rPr lang="en-US" sz="4000" b="0" u="none" strike="noStrike">
                <a:solidFill>
                  <a:srgbClr val="FF0000"/>
                </a:solidFill>
                <a:effectLst/>
                <a:uFillTx/>
                <a:latin typeface="Times New Roman"/>
                <a:ea typeface="Times New Roman"/>
              </a:rPr>
              <a:t>10</a:t>
            </a:r>
            <a:r>
              <a:rPr lang="en-US" sz="4000" b="0" u="none" strike="noStrike">
                <a:solidFill>
                  <a:srgbClr val="FF0000"/>
                </a:solidFill>
                <a:effectLst/>
                <a:uFillTx/>
                <a:latin typeface="Times New Roman"/>
                <a:cs typeface="Times New Roman"/>
              </a:rPr>
              <a:t>፡</a:t>
            </a:r>
            <a:r>
              <a:rPr lang="en-US" sz="4000" b="0" u="none" strike="noStrike">
                <a:solidFill>
                  <a:srgbClr val="FF0000"/>
                </a:solidFill>
                <a:effectLst/>
                <a:uFillTx/>
                <a:latin typeface="Times New Roman"/>
                <a:ea typeface="Times New Roman"/>
              </a:rPr>
              <a:t>14-15 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Perpetua"/>
            </a:endParaRPr>
          </a:p>
          <a:p>
            <a:pPr marL="272880" indent="-272880">
              <a:spcBef>
                <a:spcPts val="575"/>
              </a:spcBef>
              <a:buClr>
                <a:srgbClr val="D34817"/>
              </a:buClr>
              <a:buSzPct val="85000"/>
              <a:buFont typeface="Wingdings 2" charset="2"/>
              <a:buChar char="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600" b="0" u="none" strike="noStrike">
                <a:solidFill>
                  <a:srgbClr val="000000"/>
                </a:solidFill>
                <a:effectLst/>
                <a:uFillTx/>
                <a:latin typeface="Perpetua"/>
              </a:rPr>
              <a:t>“</a:t>
            </a:r>
            <a:r>
              <a:rPr lang="am-ET" sz="3600" b="0" u="none" strike="noStrike">
                <a:solidFill>
                  <a:srgbClr val="000000"/>
                </a:solidFill>
                <a:effectLst/>
                <a:uFillTx/>
                <a:latin typeface="Nyala"/>
              </a:rPr>
              <a:t>አንዳንዶች ተከራካሪዎችንም ውቀሱ፥ አንዳንዶችንም ከእሳት ነጥቃችሁ አድኑ</a:t>
            </a:r>
            <a:r>
              <a:rPr lang="en-US" sz="3600" b="0" u="none" strike="noStrike">
                <a:solidFill>
                  <a:srgbClr val="000000"/>
                </a:solidFill>
                <a:effectLst/>
                <a:uFillTx/>
                <a:latin typeface="Perpetua"/>
              </a:rPr>
              <a:t>” </a:t>
            </a:r>
            <a:r>
              <a:rPr lang="en-US" sz="4000" b="0" u="none" strike="noStrike">
                <a:solidFill>
                  <a:srgbClr val="FF0000"/>
                </a:solidFill>
                <a:effectLst/>
                <a:uFillTx/>
                <a:latin typeface="Times New Roman"/>
                <a:cs typeface="Times New Roman"/>
              </a:rPr>
              <a:t>ይሁዳ </a:t>
            </a:r>
            <a:r>
              <a:rPr lang="en-US" sz="4000" b="0" u="none" strike="noStrike">
                <a:solidFill>
                  <a:srgbClr val="FF0000"/>
                </a:solidFill>
                <a:effectLst/>
                <a:uFillTx/>
                <a:latin typeface="Times New Roman"/>
                <a:ea typeface="Times New Roman"/>
              </a:rPr>
              <a:t>22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Perpetua"/>
            </a:endParaRPr>
          </a:p>
          <a:p>
            <a:pPr marL="272880" indent="-272880">
              <a:spcBef>
                <a:spcPts val="575"/>
              </a:spcBef>
              <a:buClr>
                <a:srgbClr val="D34817"/>
              </a:buClr>
              <a:buSzPct val="85000"/>
              <a:buFont typeface="Wingdings 2" charset="2"/>
              <a:buChar char="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600" b="0" u="none" strike="noStrike">
                <a:solidFill>
                  <a:srgbClr val="000000"/>
                </a:solidFill>
                <a:effectLst/>
                <a:uFillTx/>
                <a:latin typeface="Perpetua"/>
              </a:rPr>
              <a:t> “</a:t>
            </a:r>
            <a:r>
              <a:rPr lang="am-ET" sz="3600" b="0" u="none" strike="noStrike">
                <a:solidFill>
                  <a:srgbClr val="000000"/>
                </a:solidFill>
                <a:effectLst/>
                <a:uFillTx/>
                <a:latin typeface="Nyala"/>
              </a:rPr>
              <a:t>የወንጌል ሰባኪነትን ሥራ አድርግ፥ አገልግሎትህን ፈጽም።</a:t>
            </a:r>
            <a:r>
              <a:rPr lang="en-US" sz="3600" b="0" u="none" strike="noStrike">
                <a:solidFill>
                  <a:srgbClr val="000000"/>
                </a:solidFill>
                <a:effectLst/>
                <a:uFillTx/>
                <a:latin typeface="Perpetua"/>
              </a:rPr>
              <a:t>”  </a:t>
            </a:r>
            <a:r>
              <a:rPr lang="en-US" sz="4000" b="0" u="none" strike="noStrike">
                <a:solidFill>
                  <a:srgbClr val="000000"/>
                </a:solidFill>
                <a:effectLst/>
                <a:uFillTx/>
                <a:latin typeface="Perpetua"/>
              </a:rPr>
              <a:t> </a:t>
            </a:r>
            <a:r>
              <a:rPr lang="en-US" sz="4000" b="0" u="none" strike="noStrike">
                <a:solidFill>
                  <a:srgbClr val="FF0000"/>
                </a:solidFill>
                <a:effectLst/>
                <a:uFillTx/>
                <a:latin typeface="Times New Roman"/>
                <a:ea typeface="Times New Roman"/>
              </a:rPr>
              <a:t>2 </a:t>
            </a:r>
            <a:r>
              <a:rPr lang="en-US" sz="4000" b="0" u="none" strike="noStrike">
                <a:solidFill>
                  <a:srgbClr val="FF0000"/>
                </a:solidFill>
                <a:effectLst/>
                <a:uFillTx/>
                <a:latin typeface="Times New Roman"/>
                <a:cs typeface="Times New Roman"/>
              </a:rPr>
              <a:t>ጢሞ</a:t>
            </a:r>
            <a:r>
              <a:rPr lang="en-US" sz="4000" b="0" u="none" strike="noStrike">
                <a:solidFill>
                  <a:srgbClr val="FF0000"/>
                </a:solidFill>
                <a:effectLst/>
                <a:uFillTx/>
                <a:latin typeface="Times New Roman"/>
                <a:ea typeface="Times New Roman"/>
              </a:rPr>
              <a:t>. 4</a:t>
            </a:r>
            <a:r>
              <a:rPr lang="en-US" sz="4000" b="0" u="none" strike="noStrike">
                <a:solidFill>
                  <a:srgbClr val="FF0000"/>
                </a:solidFill>
                <a:effectLst/>
                <a:uFillTx/>
                <a:latin typeface="Times New Roman"/>
                <a:cs typeface="Times New Roman"/>
              </a:rPr>
              <a:t>፡</a:t>
            </a:r>
            <a:r>
              <a:rPr lang="en-US" sz="4000" b="0" u="none" strike="noStrike">
                <a:solidFill>
                  <a:srgbClr val="FF0000"/>
                </a:solidFill>
                <a:effectLst/>
                <a:uFillTx/>
                <a:latin typeface="Times New Roman"/>
                <a:ea typeface="Times New Roman"/>
              </a:rPr>
              <a:t>5  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Perpetua"/>
            </a:endParaRPr>
          </a:p>
          <a:p>
            <a:pPr marL="272880" indent="-272880">
              <a:lnSpc>
                <a:spcPct val="100000"/>
              </a:lnSpc>
              <a:spcBef>
                <a:spcPts val="575"/>
              </a:spcBef>
              <a:buClr>
                <a:srgbClr val="D34817"/>
              </a:buClr>
              <a:buSzPct val="85000"/>
              <a:buFont typeface="Wingdings 2" charset="2"/>
              <a:buChar char="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4000" b="0" u="none" strike="noStrike">
              <a:solidFill>
                <a:srgbClr val="000000"/>
              </a:solidFill>
              <a:effectLst/>
              <a:uFillTx/>
              <a:latin typeface="Perpetu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-230400"/>
            <a:ext cx="8229600" cy="6872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91440" anchor="b">
            <a:spAutoFit/>
          </a:bodyPr>
          <a:p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3600" b="0" u="none" strike="noStrike">
              <a:solidFill>
                <a:srgbClr val="696464"/>
              </a:solidFill>
              <a:effectLst/>
              <a:uFillTx/>
              <a:latin typeface="Franklin Gothic Book"/>
            </a:endParaRPr>
          </a:p>
        </p:txBody>
      </p:sp>
      <p:sp>
        <p:nvSpPr>
          <p:cNvPr id="16" name="Slide Number Placeholder 3"/>
          <p:cNvSpPr/>
          <p:nvPr/>
        </p:nvSpPr>
        <p:spPr>
          <a:xfrm>
            <a:off x="146160" y="6210360"/>
            <a:ext cx="457200" cy="457200"/>
          </a:xfrm>
          <a:prstGeom prst="ellipse">
            <a:avLst/>
          </a:prstGeom>
          <a:solidFill>
            <a:srgbClr val="D3481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 anchorCtr="1">
            <a:no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14A3512C-727A-496E-8026-376F3CC2AD2D}" type="slidenum"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Franklin Gothic Book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"/>
          <p:cNvSpPr txBox="1"/>
          <p:nvPr/>
        </p:nvSpPr>
        <p:spPr>
          <a:xfrm>
            <a:off x="304920" y="304920"/>
            <a:ext cx="8534160" cy="63244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272880" indent="-272880">
              <a:lnSpc>
                <a:spcPct val="80000"/>
              </a:lnSpc>
              <a:spcBef>
                <a:spcPts val="575"/>
              </a:spcBef>
              <a:buClr>
                <a:srgbClr val="D34817"/>
              </a:buClr>
              <a:buSzPct val="85000"/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Perpetua"/>
            </a:endParaRPr>
          </a:p>
          <a:p>
            <a:pPr marL="272880" indent="-272880">
              <a:lnSpc>
                <a:spcPct val="80000"/>
              </a:lnSpc>
              <a:spcBef>
                <a:spcPts val="575"/>
              </a:spcBef>
              <a:buClr>
                <a:srgbClr val="D34817"/>
              </a:buClr>
              <a:buSzPct val="85000"/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600" b="0" u="none" strike="noStrike">
                <a:solidFill>
                  <a:srgbClr val="000000"/>
                </a:solidFill>
                <a:effectLst/>
                <a:uFillTx/>
                <a:latin typeface="Perpetua"/>
              </a:rPr>
              <a:t>“</a:t>
            </a:r>
            <a:r>
              <a:rPr lang="am-ET" sz="3600" b="0" u="none" strike="noStrike">
                <a:solidFill>
                  <a:srgbClr val="000000"/>
                </a:solidFill>
                <a:effectLst/>
                <a:uFillTx/>
                <a:latin typeface="Nyala"/>
              </a:rPr>
              <a:t>በወንጌልም ማኅበረተኛ እሆን ዘንድ ስለ ወንጌል ሁሉን አደርጋለሁ።</a:t>
            </a:r>
            <a:r>
              <a:rPr lang="en-US" sz="3600" b="0" u="none" strike="noStrike">
                <a:solidFill>
                  <a:srgbClr val="000000"/>
                </a:solidFill>
                <a:effectLst/>
                <a:uFillTx/>
                <a:latin typeface="Perpetua"/>
              </a:rPr>
              <a:t>” </a:t>
            </a:r>
            <a:r>
              <a:rPr lang="en-US" sz="4400" b="0" u="none" strike="noStrike">
                <a:solidFill>
                  <a:srgbClr val="FF0000"/>
                </a:solidFill>
                <a:effectLst/>
                <a:uFillTx/>
                <a:latin typeface="Times New Roman"/>
                <a:ea typeface="Times New Roman"/>
              </a:rPr>
              <a:t>1 </a:t>
            </a:r>
            <a:r>
              <a:rPr lang="en-US" sz="4400" b="0" u="none" strike="noStrike">
                <a:solidFill>
                  <a:srgbClr val="FF0000"/>
                </a:solidFill>
                <a:effectLst/>
                <a:uFillTx/>
                <a:latin typeface="Times New Roman"/>
                <a:cs typeface="Times New Roman"/>
              </a:rPr>
              <a:t>ቆሮ</a:t>
            </a:r>
            <a:r>
              <a:rPr lang="en-US" sz="4400" b="0" u="none" strike="noStrike">
                <a:solidFill>
                  <a:srgbClr val="FF0000"/>
                </a:solidFill>
                <a:effectLst/>
                <a:uFillTx/>
                <a:latin typeface="Times New Roman"/>
                <a:ea typeface="Times New Roman"/>
              </a:rPr>
              <a:t>. 9</a:t>
            </a:r>
            <a:r>
              <a:rPr lang="en-US" sz="4400" b="0" u="none" strike="noStrike">
                <a:solidFill>
                  <a:srgbClr val="FF0000"/>
                </a:solidFill>
                <a:effectLst/>
                <a:uFillTx/>
                <a:latin typeface="Times New Roman"/>
                <a:cs typeface="Times New Roman"/>
              </a:rPr>
              <a:t>፡</a:t>
            </a:r>
            <a:r>
              <a:rPr lang="en-US" sz="4400" b="0" u="none" strike="noStrike">
                <a:solidFill>
                  <a:srgbClr val="FF0000"/>
                </a:solidFill>
                <a:effectLst/>
                <a:uFillTx/>
                <a:latin typeface="Times New Roman"/>
                <a:ea typeface="Times New Roman"/>
              </a:rPr>
              <a:t>23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Perpetua"/>
            </a:endParaRPr>
          </a:p>
          <a:p>
            <a:pPr marL="272880" indent="-272880">
              <a:lnSpc>
                <a:spcPct val="80000"/>
              </a:lnSpc>
              <a:spcBef>
                <a:spcPts val="575"/>
              </a:spcBef>
              <a:buClr>
                <a:srgbClr val="D34817"/>
              </a:buClr>
              <a:buSzPct val="85000"/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000" b="0" u="none" strike="noStrike">
                <a:solidFill>
                  <a:srgbClr val="000000"/>
                </a:solidFill>
                <a:effectLst/>
                <a:uFillTx/>
                <a:latin typeface="Perpetua"/>
              </a:rPr>
              <a:t>“</a:t>
            </a:r>
            <a:r>
              <a:rPr lang="am-ET" sz="4000" b="0" u="none" strike="noStrike">
                <a:solidFill>
                  <a:srgbClr val="000000"/>
                </a:solidFill>
                <a:effectLst/>
                <a:uFillTx/>
                <a:latin typeface="Nyala"/>
              </a:rPr>
              <a:t>ብዙ ሰዎችን ወደ ጽድቅ የሚመልሱ እንደ ከዋክብት ለዘላለም ይደምቃሉ።</a:t>
            </a:r>
            <a:r>
              <a:rPr lang="en-US" sz="4000" b="0" u="none" strike="noStrike">
                <a:solidFill>
                  <a:srgbClr val="000000"/>
                </a:solidFill>
                <a:effectLst/>
                <a:uFillTx/>
                <a:latin typeface="Perpetua"/>
              </a:rPr>
              <a:t>” </a:t>
            </a:r>
            <a:r>
              <a:rPr lang="en-US" sz="4800" b="0" u="none" strike="noStrike">
                <a:solidFill>
                  <a:srgbClr val="FF0000"/>
                </a:solidFill>
                <a:effectLst/>
                <a:uFillTx/>
                <a:latin typeface="Times New Roman"/>
                <a:cs typeface="Times New Roman"/>
              </a:rPr>
              <a:t>ዳን</a:t>
            </a:r>
            <a:r>
              <a:rPr lang="en-US" sz="4800" b="0" u="none" strike="noStrike">
                <a:solidFill>
                  <a:srgbClr val="FF0000"/>
                </a:solidFill>
                <a:effectLst/>
                <a:uFillTx/>
                <a:latin typeface="Times New Roman"/>
                <a:ea typeface="Times New Roman"/>
              </a:rPr>
              <a:t>. 12</a:t>
            </a:r>
            <a:r>
              <a:rPr lang="en-US" sz="4800" b="0" u="none" strike="noStrike">
                <a:solidFill>
                  <a:srgbClr val="FF0000"/>
                </a:solidFill>
                <a:effectLst/>
                <a:uFillTx/>
                <a:latin typeface="Times New Roman"/>
                <a:cs typeface="Times New Roman"/>
              </a:rPr>
              <a:t>፡</a:t>
            </a:r>
            <a:r>
              <a:rPr lang="en-US" sz="4800" b="0" u="none" strike="noStrike">
                <a:solidFill>
                  <a:srgbClr val="FF0000"/>
                </a:solidFill>
                <a:effectLst/>
                <a:uFillTx/>
                <a:latin typeface="Times New Roman"/>
                <a:ea typeface="Times New Roman"/>
              </a:rPr>
              <a:t>3 </a:t>
            </a:r>
            <a:endParaRPr lang="en-US" sz="4800" b="0" u="none" strike="noStrike">
              <a:solidFill>
                <a:srgbClr val="000000"/>
              </a:solidFill>
              <a:effectLst/>
              <a:uFillTx/>
              <a:latin typeface="Perpetua"/>
            </a:endParaRPr>
          </a:p>
          <a:p>
            <a:pPr marL="272880" indent="-272880">
              <a:lnSpc>
                <a:spcPct val="80000"/>
              </a:lnSpc>
              <a:spcBef>
                <a:spcPts val="575"/>
              </a:spcBef>
              <a:buClr>
                <a:srgbClr val="D34817"/>
              </a:buClr>
              <a:buSzPct val="85000"/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100" b="0" u="none" strike="noStrike">
                <a:solidFill>
                  <a:srgbClr val="000000"/>
                </a:solidFill>
                <a:effectLst/>
                <a:uFillTx/>
                <a:latin typeface="Perpetua"/>
              </a:rPr>
              <a:t>“</a:t>
            </a:r>
            <a:r>
              <a:rPr lang="am-ET" sz="4100" b="0" u="none" strike="noStrike">
                <a:solidFill>
                  <a:srgbClr val="000000"/>
                </a:solidFill>
                <a:effectLst/>
                <a:uFillTx/>
                <a:latin typeface="Nyala"/>
              </a:rPr>
              <a:t>ወንድሞቼ ሆይ፥ ከእናንተ ማንም ከእውነት ቢስት አንዱም ቢመልሰው</a:t>
            </a:r>
            <a:r>
              <a:rPr lang="en-US" sz="4100" b="0" u="none" strike="noStrike">
                <a:solidFill>
                  <a:srgbClr val="000000"/>
                </a:solidFill>
                <a:effectLst/>
                <a:uFillTx/>
                <a:latin typeface="Perpetua"/>
              </a:rPr>
              <a:t>፣ </a:t>
            </a:r>
            <a:r>
              <a:rPr lang="am-ET" sz="4100" b="0" u="none" strike="noStrike">
                <a:solidFill>
                  <a:srgbClr val="000000"/>
                </a:solidFill>
                <a:effectLst/>
                <a:uFillTx/>
                <a:latin typeface="Nyala"/>
              </a:rPr>
              <a:t>ኃጢአተኛን ከተሳሳተበት መንገድ የሚመልሰው ነፍሱን ከሞት እንዲያድን፥ የኃጢአትንም ብዛት እንዲሸፍን ይወቅ።</a:t>
            </a:r>
            <a:r>
              <a:rPr lang="en-US" sz="4100" b="0" u="none" strike="noStrike">
                <a:solidFill>
                  <a:srgbClr val="000000"/>
                </a:solidFill>
                <a:effectLst/>
                <a:uFillTx/>
                <a:latin typeface="Perpetua"/>
              </a:rPr>
              <a:t>” </a:t>
            </a:r>
            <a:r>
              <a:rPr lang="en-US" sz="5000" b="0" u="none" strike="noStrike">
                <a:solidFill>
                  <a:srgbClr val="FF0000"/>
                </a:solidFill>
                <a:effectLst/>
                <a:uFillTx/>
                <a:latin typeface="Times New Roman"/>
                <a:cs typeface="Times New Roman"/>
              </a:rPr>
              <a:t>ያዕ</a:t>
            </a:r>
            <a:r>
              <a:rPr lang="en-US" sz="5000" b="0" u="none" strike="noStrike">
                <a:solidFill>
                  <a:srgbClr val="FF0000"/>
                </a:solidFill>
                <a:effectLst/>
                <a:uFillTx/>
                <a:latin typeface="Times New Roman"/>
                <a:ea typeface="Times New Roman"/>
              </a:rPr>
              <a:t>. 5</a:t>
            </a:r>
            <a:r>
              <a:rPr lang="en-US" sz="5000" b="0" u="none" strike="noStrike">
                <a:solidFill>
                  <a:srgbClr val="FF0000"/>
                </a:solidFill>
                <a:effectLst/>
                <a:uFillTx/>
                <a:latin typeface="Times New Roman"/>
                <a:cs typeface="Times New Roman"/>
              </a:rPr>
              <a:t>፡</a:t>
            </a:r>
            <a:r>
              <a:rPr lang="en-US" sz="5000" b="0" u="none" strike="noStrike">
                <a:solidFill>
                  <a:srgbClr val="FF0000"/>
                </a:solidFill>
                <a:effectLst/>
                <a:uFillTx/>
                <a:latin typeface="Times New Roman"/>
                <a:ea typeface="Times New Roman"/>
              </a:rPr>
              <a:t>19-20</a:t>
            </a:r>
            <a:r>
              <a:rPr lang="en-US" sz="4100" b="0" u="none" strike="noStrike">
                <a:solidFill>
                  <a:srgbClr val="FF0000"/>
                </a:solidFill>
                <a:effectLst/>
                <a:uFillTx/>
                <a:latin typeface="Perpetua"/>
              </a:rPr>
              <a:t> </a:t>
            </a:r>
            <a:endParaRPr lang="en-US" sz="4100" b="0" u="none" strike="noStrike">
              <a:solidFill>
                <a:srgbClr val="000000"/>
              </a:solidFill>
              <a:effectLst/>
              <a:uFillTx/>
              <a:latin typeface="Perpetua"/>
            </a:endParaRPr>
          </a:p>
          <a:p>
            <a:pPr marL="272880" indent="-272880" algn="ctr">
              <a:lnSpc>
                <a:spcPct val="80000"/>
              </a:lnSpc>
              <a:spcBef>
                <a:spcPts val="5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100" b="0" u="none" strike="noStrike">
                <a:solidFill>
                  <a:srgbClr val="FF0000"/>
                </a:solidFill>
                <a:effectLst/>
                <a:uFillTx/>
                <a:latin typeface="Times New Roman"/>
                <a:ea typeface="Times New Roman"/>
              </a:rPr>
              <a:t>  </a:t>
            </a:r>
            <a:endParaRPr lang="en-US" sz="4100" b="0" u="none" strike="noStrike">
              <a:solidFill>
                <a:srgbClr val="000000"/>
              </a:solidFill>
              <a:effectLst/>
              <a:uFillTx/>
              <a:latin typeface="Perpetua"/>
            </a:endParaRPr>
          </a:p>
          <a:p>
            <a:pPr marL="272880" indent="-272880" algn="ctr">
              <a:lnSpc>
                <a:spcPct val="80000"/>
              </a:lnSpc>
              <a:spcBef>
                <a:spcPts val="5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4100" b="0" u="none" strike="noStrike">
              <a:solidFill>
                <a:srgbClr val="000000"/>
              </a:solidFill>
              <a:effectLst/>
              <a:uFillTx/>
              <a:latin typeface="Perpetu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-154080"/>
            <a:ext cx="8229600" cy="6872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91440" anchor="b">
            <a:spAutoFit/>
          </a:bodyPr>
          <a:p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3600" b="0" u="none" strike="noStrike">
              <a:solidFill>
                <a:srgbClr val="696464"/>
              </a:solidFill>
              <a:effectLst/>
              <a:uFillTx/>
              <a:latin typeface="Franklin Gothic Book"/>
            </a:endParaRPr>
          </a:p>
        </p:txBody>
      </p:sp>
      <p:sp>
        <p:nvSpPr>
          <p:cNvPr id="19" name="Slide Number Placeholder 3"/>
          <p:cNvSpPr/>
          <p:nvPr/>
        </p:nvSpPr>
        <p:spPr>
          <a:xfrm>
            <a:off x="146160" y="6210360"/>
            <a:ext cx="457200" cy="457200"/>
          </a:xfrm>
          <a:prstGeom prst="ellipse">
            <a:avLst/>
          </a:prstGeom>
          <a:solidFill>
            <a:srgbClr val="D3481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 anchorCtr="1">
            <a:no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64861F3D-FB9E-4F7B-9564-D86C3038B4DA}" type="slidenum"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Franklin Gothic Book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"/>
          <p:cNvSpPr txBox="1"/>
          <p:nvPr/>
        </p:nvSpPr>
        <p:spPr>
          <a:xfrm>
            <a:off x="228600" y="609480"/>
            <a:ext cx="8686800" cy="60199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272880" indent="-272880">
              <a:lnSpc>
                <a:spcPct val="90000"/>
              </a:lnSpc>
              <a:spcBef>
                <a:spcPts val="575"/>
              </a:spcBef>
              <a:buClr>
                <a:srgbClr val="D34817"/>
              </a:buClr>
              <a:buSzPct val="85000"/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Perpetua"/>
              </a:rPr>
              <a:t>“</a:t>
            </a:r>
            <a:r>
              <a:rPr lang="am-ET" sz="4400" b="0" u="none" strike="noStrike">
                <a:solidFill>
                  <a:srgbClr val="000000"/>
                </a:solidFill>
                <a:effectLst/>
                <a:uFillTx/>
                <a:latin typeface="Nyala"/>
              </a:rPr>
              <a:t>ስለዚህ እግዚአብሔር እንዲህ ይላል፦ 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Perpetua"/>
              </a:rPr>
              <a:t>. . . </a:t>
            </a:r>
            <a:r>
              <a:rPr lang="am-ET" sz="4400" b="0" u="none" strike="noStrike">
                <a:solidFill>
                  <a:srgbClr val="000000"/>
                </a:solidFill>
                <a:effectLst/>
                <a:uFillTx/>
                <a:latin typeface="Nyala"/>
              </a:rPr>
              <a:t>የከበረውንም ከተዋረደው ብትለይ </a:t>
            </a:r>
            <a:r>
              <a:rPr lang="am-ET" sz="4400" b="0" u="none" strike="noStrike">
                <a:solidFill>
                  <a:srgbClr val="FF0000"/>
                </a:solidFill>
                <a:effectLst/>
                <a:uFillTx/>
                <a:latin typeface="Nyala"/>
              </a:rPr>
              <a:t>እንደ አፌ ትሆናለህ</a:t>
            </a:r>
            <a:r>
              <a:rPr lang="am-ET" sz="4400" b="0" u="none" strike="noStrike">
                <a:solidFill>
                  <a:srgbClr val="000000"/>
                </a:solidFill>
                <a:effectLst/>
                <a:uFillTx/>
                <a:latin typeface="Nyala"/>
              </a:rPr>
              <a:t>።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Perpetua"/>
              </a:rPr>
              <a:t>”  </a:t>
            </a:r>
            <a:r>
              <a:rPr lang="en-US" sz="4400" b="0" u="none" strike="noStrike">
                <a:solidFill>
                  <a:srgbClr val="FF0000"/>
                </a:solidFill>
                <a:effectLst/>
                <a:uFillTx/>
                <a:latin typeface="Times New Roman"/>
                <a:cs typeface="Times New Roman"/>
              </a:rPr>
              <a:t>ኤር</a:t>
            </a:r>
            <a:r>
              <a:rPr lang="en-US" sz="4400" b="0" u="none" strike="noStrike">
                <a:solidFill>
                  <a:srgbClr val="FF0000"/>
                </a:solidFill>
                <a:effectLst/>
                <a:uFillTx/>
                <a:latin typeface="Times New Roman"/>
                <a:ea typeface="Times New Roman"/>
              </a:rPr>
              <a:t>. 15</a:t>
            </a:r>
            <a:r>
              <a:rPr lang="en-US" sz="4400" b="0" u="none" strike="noStrike">
                <a:solidFill>
                  <a:srgbClr val="FF0000"/>
                </a:solidFill>
                <a:effectLst/>
                <a:uFillTx/>
                <a:latin typeface="Times New Roman"/>
                <a:cs typeface="Times New Roman"/>
              </a:rPr>
              <a:t>፡</a:t>
            </a:r>
            <a:r>
              <a:rPr lang="en-US" sz="4400" b="0" u="none" strike="noStrike">
                <a:solidFill>
                  <a:srgbClr val="FF0000"/>
                </a:solidFill>
                <a:effectLst/>
                <a:uFillTx/>
                <a:latin typeface="Times New Roman"/>
                <a:ea typeface="Times New Roman"/>
              </a:rPr>
              <a:t>19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Perpetua"/>
            </a:endParaRPr>
          </a:p>
          <a:p>
            <a:pPr marL="272880" indent="-272880" algn="just">
              <a:lnSpc>
                <a:spcPct val="90000"/>
              </a:lnSpc>
              <a:spcBef>
                <a:spcPts val="575"/>
              </a:spcBef>
              <a:buClr>
                <a:srgbClr val="D34817"/>
              </a:buClr>
              <a:buSzPct val="85000"/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Perpetua"/>
              </a:rPr>
              <a:t>“</a:t>
            </a:r>
            <a:r>
              <a:rPr lang="am-ET" sz="4400" b="0" u="none" strike="noStrike">
                <a:solidFill>
                  <a:srgbClr val="000000"/>
                </a:solidFill>
                <a:effectLst/>
                <a:uFillTx/>
                <a:latin typeface="Nyala"/>
              </a:rPr>
              <a:t>በመልካም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Perpetua"/>
              </a:rPr>
              <a:t> </a:t>
            </a:r>
            <a:r>
              <a:rPr lang="am-ET" sz="4400" b="0" u="none" strike="noStrike">
                <a:solidFill>
                  <a:srgbClr val="000000"/>
                </a:solidFill>
                <a:effectLst/>
                <a:uFillTx/>
                <a:latin typeface="Nyala"/>
              </a:rPr>
              <a:t>የሚያስተዳድሩ ሽማግሌዎች፥ ይልቁንም በመስበክና በማስተማር የሚደክሙት፥ እጥፍ ክብር ይገባቸዋል።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Perpetua"/>
              </a:rPr>
              <a:t>” </a:t>
            </a:r>
            <a:r>
              <a:rPr lang="en-US" sz="4000" b="0" u="none" strike="noStrike">
                <a:solidFill>
                  <a:srgbClr val="FF0000"/>
                </a:solidFill>
                <a:effectLst/>
                <a:uFillTx/>
                <a:latin typeface="Times New Roman"/>
                <a:ea typeface="Times New Roman"/>
              </a:rPr>
              <a:t>1 </a:t>
            </a:r>
            <a:r>
              <a:rPr lang="en-US" sz="4000" b="0" u="none" strike="noStrike">
                <a:solidFill>
                  <a:srgbClr val="FF0000"/>
                </a:solidFill>
                <a:effectLst/>
                <a:uFillTx/>
                <a:latin typeface="Times New Roman"/>
                <a:cs typeface="Times New Roman"/>
              </a:rPr>
              <a:t>ጢሞ</a:t>
            </a:r>
            <a:r>
              <a:rPr lang="en-US" sz="4000" b="0" u="none" strike="noStrike">
                <a:solidFill>
                  <a:srgbClr val="FF0000"/>
                </a:solidFill>
                <a:effectLst/>
                <a:uFillTx/>
                <a:latin typeface="Times New Roman"/>
                <a:ea typeface="Times New Roman"/>
              </a:rPr>
              <a:t>. 5</a:t>
            </a:r>
            <a:r>
              <a:rPr lang="en-US" sz="4000" b="0" u="none" strike="noStrike">
                <a:solidFill>
                  <a:srgbClr val="FF0000"/>
                </a:solidFill>
                <a:effectLst/>
                <a:uFillTx/>
                <a:latin typeface="Times New Roman"/>
                <a:cs typeface="Times New Roman"/>
              </a:rPr>
              <a:t>፡</a:t>
            </a:r>
            <a:r>
              <a:rPr lang="en-US" sz="4000" b="0" u="none" strike="noStrike">
                <a:solidFill>
                  <a:srgbClr val="FF0000"/>
                </a:solidFill>
                <a:effectLst/>
                <a:uFillTx/>
                <a:latin typeface="Times New Roman"/>
                <a:ea typeface="Times New Roman"/>
              </a:rPr>
              <a:t>17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Perpetua"/>
            </a:endParaRPr>
          </a:p>
          <a:p>
            <a:pPr marL="272880" indent="-272880">
              <a:lnSpc>
                <a:spcPct val="90000"/>
              </a:lnSpc>
              <a:spcBef>
                <a:spcPts val="575"/>
              </a:spcBef>
              <a:buClr>
                <a:srgbClr val="D34817"/>
              </a:buClr>
              <a:buSzPct val="85000"/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Perpetua"/>
              </a:rPr>
              <a:t>“</a:t>
            </a:r>
            <a:r>
              <a:rPr lang="am-ET" sz="4400" b="0" u="none" strike="noStrike">
                <a:solidFill>
                  <a:srgbClr val="000000"/>
                </a:solidFill>
                <a:effectLst/>
                <a:uFillTx/>
                <a:latin typeface="Nyala"/>
              </a:rPr>
              <a:t>ወንጌልንም ባልሰብክ ወዮልኝ።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Perpetua"/>
              </a:rPr>
              <a:t>” </a:t>
            </a:r>
            <a:r>
              <a:rPr lang="en-US" sz="4800" b="0" u="none" strike="noStrike">
                <a:solidFill>
                  <a:srgbClr val="FF0000"/>
                </a:solidFill>
                <a:effectLst/>
                <a:uFillTx/>
                <a:latin typeface="Times New Roman"/>
                <a:ea typeface="Times New Roman"/>
              </a:rPr>
              <a:t>1 </a:t>
            </a:r>
            <a:r>
              <a:rPr lang="en-US" sz="4800" b="0" u="none" strike="noStrike">
                <a:solidFill>
                  <a:srgbClr val="FF0000"/>
                </a:solidFill>
                <a:effectLst/>
                <a:uFillTx/>
                <a:latin typeface="Times New Roman"/>
                <a:cs typeface="Times New Roman"/>
              </a:rPr>
              <a:t>ቆሮ</a:t>
            </a:r>
            <a:r>
              <a:rPr lang="en-US" sz="4800" b="0" u="none" strike="noStrike">
                <a:solidFill>
                  <a:srgbClr val="FF0000"/>
                </a:solidFill>
                <a:effectLst/>
                <a:uFillTx/>
                <a:latin typeface="Times New Roman"/>
                <a:ea typeface="Times New Roman"/>
              </a:rPr>
              <a:t>. 9</a:t>
            </a:r>
            <a:r>
              <a:rPr lang="en-US" sz="4800" b="0" u="none" strike="noStrike">
                <a:solidFill>
                  <a:srgbClr val="FF0000"/>
                </a:solidFill>
                <a:effectLst/>
                <a:uFillTx/>
                <a:latin typeface="Times New Roman"/>
                <a:cs typeface="Times New Roman"/>
              </a:rPr>
              <a:t>፡</a:t>
            </a:r>
            <a:r>
              <a:rPr lang="en-US" sz="4800" b="0" u="none" strike="noStrike">
                <a:solidFill>
                  <a:srgbClr val="FF0000"/>
                </a:solidFill>
                <a:effectLst/>
                <a:uFillTx/>
                <a:latin typeface="Times New Roman"/>
                <a:ea typeface="Times New Roman"/>
              </a:rPr>
              <a:t>16</a:t>
            </a:r>
            <a:endParaRPr lang="en-US" sz="4800" b="0" u="none" strike="noStrike">
              <a:solidFill>
                <a:srgbClr val="000000"/>
              </a:solidFill>
              <a:effectLst/>
              <a:uFillTx/>
              <a:latin typeface="Perpetua"/>
            </a:endParaRPr>
          </a:p>
          <a:p>
            <a:pPr marL="272880" indent="-272880" algn="ctr">
              <a:lnSpc>
                <a:spcPct val="90000"/>
              </a:lnSpc>
              <a:spcBef>
                <a:spcPts val="5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4100" b="0" u="none" strike="noStrike">
              <a:solidFill>
                <a:srgbClr val="000000"/>
              </a:solidFill>
              <a:effectLst/>
              <a:uFillTx/>
              <a:latin typeface="Perpetua"/>
            </a:endParaRPr>
          </a:p>
          <a:p>
            <a:pPr marL="272880" indent="-272880">
              <a:lnSpc>
                <a:spcPct val="90000"/>
              </a:lnSpc>
              <a:spcBef>
                <a:spcPts val="575"/>
              </a:spcBef>
              <a:buClr>
                <a:srgbClr val="D34817"/>
              </a:buClr>
              <a:buSzPct val="85000"/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Perpetua"/>
            </a:endParaRPr>
          </a:p>
          <a:p>
            <a:pPr marL="272880" indent="-272880">
              <a:lnSpc>
                <a:spcPct val="90000"/>
              </a:lnSpc>
              <a:spcBef>
                <a:spcPts val="575"/>
              </a:spcBef>
              <a:buClr>
                <a:srgbClr val="D34817"/>
              </a:buClr>
              <a:buSzPct val="85000"/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Perpetu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57200" y="-230400"/>
            <a:ext cx="8229600" cy="6872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91440" anchor="b">
            <a:spAutoFit/>
          </a:bodyPr>
          <a:p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3600" b="0" u="none" strike="noStrike">
              <a:solidFill>
                <a:srgbClr val="696464"/>
              </a:solidFill>
              <a:effectLst/>
              <a:uFillTx/>
              <a:latin typeface="Franklin Gothic Book"/>
            </a:endParaRPr>
          </a:p>
        </p:txBody>
      </p:sp>
      <p:sp>
        <p:nvSpPr>
          <p:cNvPr id="22" name="Slide Number Placeholder 3"/>
          <p:cNvSpPr/>
          <p:nvPr/>
        </p:nvSpPr>
        <p:spPr>
          <a:xfrm>
            <a:off x="146160" y="6210360"/>
            <a:ext cx="457200" cy="457200"/>
          </a:xfrm>
          <a:prstGeom prst="ellipse">
            <a:avLst/>
          </a:prstGeom>
          <a:solidFill>
            <a:srgbClr val="D3481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 anchorCtr="1">
            <a:no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7AB9AD92-2B32-43A0-8D0F-EF9DFE64FBC0}" type="slidenum"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Franklin Gothic Book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"/>
          <p:cNvSpPr txBox="1"/>
          <p:nvPr/>
        </p:nvSpPr>
        <p:spPr>
          <a:xfrm>
            <a:off x="533160" y="533520"/>
            <a:ext cx="8305560" cy="5943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2500" lnSpcReduction="9999"/>
          </a:bodyPr>
          <a:p>
            <a:pPr marL="272880" indent="-272880">
              <a:spcBef>
                <a:spcPts val="575"/>
              </a:spcBef>
              <a:buClr>
                <a:srgbClr val="D34817"/>
              </a:buClr>
              <a:buSzPct val="85000"/>
              <a:buFont typeface="Wingdings 2" charset="2"/>
              <a:buChar char="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Perpetua"/>
              </a:rPr>
              <a:t>“</a:t>
            </a:r>
            <a:r>
              <a:rPr lang="am-ET" sz="3200" b="0" u="none" strike="noStrike">
                <a:solidFill>
                  <a:srgbClr val="000000"/>
                </a:solidFill>
                <a:effectLst/>
                <a:uFillTx/>
                <a:latin typeface="Nyala"/>
              </a:rPr>
              <a:t>አንድ መክሊትም የተቀበለው ደግሞ ቀርቦ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Perpetua"/>
              </a:rPr>
              <a:t>፡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Perpetua"/>
              </a:rPr>
              <a:t>-</a:t>
            </a:r>
            <a:r>
              <a:rPr lang="am-ET" sz="3200" b="0" u="none" strike="noStrike">
                <a:solidFill>
                  <a:srgbClr val="000000"/>
                </a:solidFill>
                <a:effectLst/>
                <a:uFillTx/>
                <a:latin typeface="Nyala"/>
              </a:rPr>
              <a:t>ጌታ ሆይ፥ ካልዘራህባት የምታጭድ ካልበተንህባትም የምትሰበስብ ጨካኝ ሰው መሆንህን አውቃለሁ፤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Perpetua"/>
              </a:rPr>
              <a:t> </a:t>
            </a:r>
            <a:r>
              <a:rPr lang="am-ET" sz="3200" b="0" u="none" strike="noStrike">
                <a:solidFill>
                  <a:srgbClr val="000000"/>
                </a:solidFill>
                <a:effectLst/>
                <a:uFillTx/>
                <a:latin typeface="Nyala"/>
              </a:rPr>
              <a:t>ፈራሁም ሄጄም መክሊትህን በምድር ቀበርሁት፤ </a:t>
            </a:r>
            <a:r>
              <a:rPr lang="am-ET" sz="3600" b="1" u="sng" strike="noStrike">
                <a:solidFill>
                  <a:srgbClr val="FF0000"/>
                </a:solidFill>
                <a:effectLst/>
                <a:uFillTx/>
                <a:latin typeface="Nyala"/>
              </a:rPr>
              <a:t>እነሆ፥ መክሊትህ አለህ አለ</a:t>
            </a:r>
            <a:r>
              <a:rPr lang="am-ET" sz="3600" b="1" u="none" strike="noStrike">
                <a:solidFill>
                  <a:srgbClr val="FF0000"/>
                </a:solidFill>
                <a:effectLst/>
                <a:uFillTx/>
                <a:latin typeface="Nyala"/>
              </a:rPr>
              <a:t>።</a:t>
            </a:r>
            <a:r>
              <a:rPr lang="en-US" sz="3600" b="1" u="none" strike="noStrike">
                <a:solidFill>
                  <a:srgbClr val="FF0000"/>
                </a:solidFill>
                <a:effectLst/>
                <a:uFillTx/>
                <a:latin typeface="Perpetua"/>
              </a:rPr>
              <a:t> </a:t>
            </a:r>
            <a:r>
              <a:rPr lang="am-ET" sz="3200" b="0" u="none" strike="noStrike">
                <a:solidFill>
                  <a:srgbClr val="000000"/>
                </a:solidFill>
                <a:effectLst/>
                <a:uFillTx/>
                <a:latin typeface="Nyala"/>
              </a:rPr>
              <a:t>ጌታውም መልሶ እንዲህ አለው፦ አንተ ክፉና ሃኬተኛ ባሪያ፥ ካልዘራሁባት እንዳጭድ ካልበተንሁባትም እንድሰበስብ ታውቃለህን</a:t>
            </a:r>
            <a:r>
              <a:rPr lang="am-ET" sz="3200" b="0" u="none" strike="noStrike">
                <a:solidFill>
                  <a:srgbClr val="000000"/>
                </a:solidFill>
                <a:effectLst/>
                <a:uFillTx/>
                <a:latin typeface="Nyala"/>
              </a:rPr>
              <a:t>?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Perpetua"/>
              </a:rPr>
              <a:t> </a:t>
            </a:r>
            <a:r>
              <a:rPr lang="am-ET" sz="3200" b="0" u="none" strike="noStrike">
                <a:solidFill>
                  <a:srgbClr val="000000"/>
                </a:solidFill>
                <a:effectLst/>
                <a:uFillTx/>
                <a:latin typeface="Nyala"/>
              </a:rPr>
              <a:t>ስለዚህ ገንዘቤን ለለዋጮች አደራ ልትሰጠው በተገባህ ነበር፥ እኔም መጥቼ ያለኝን ከትርፉ ጋር እወስደው ነበር።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Perpetua"/>
              </a:rPr>
              <a:t> </a:t>
            </a:r>
            <a:r>
              <a:rPr lang="am-ET" sz="3200" b="0" u="none" strike="noStrike">
                <a:solidFill>
                  <a:srgbClr val="000000"/>
                </a:solidFill>
                <a:effectLst/>
                <a:uFillTx/>
                <a:latin typeface="Nyala"/>
              </a:rPr>
              <a:t>ስለዚህ መክሊቱን ውሰዱበት አሥር መክሊትም ላለው ስጡት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Perpetua"/>
              </a:rPr>
              <a:t>፡፡” 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Perpetua"/>
            </a:endParaRPr>
          </a:p>
          <a:p>
            <a:pPr marL="272880" indent="-272880" algn="ctr">
              <a:lnSpc>
                <a:spcPct val="100000"/>
              </a:lnSpc>
              <a:spcBef>
                <a:spcPts val="5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600" b="0" u="none" strike="noStrike">
                <a:solidFill>
                  <a:srgbClr val="FF0000"/>
                </a:solidFill>
                <a:effectLst/>
                <a:uFillTx/>
                <a:latin typeface="Times New Roman"/>
                <a:cs typeface="Times New Roman"/>
              </a:rPr>
              <a:t>ማቴ</a:t>
            </a:r>
            <a:r>
              <a:rPr lang="en-US" sz="3600" b="0" u="none" strike="noStrike">
                <a:solidFill>
                  <a:srgbClr val="FF0000"/>
                </a:solidFill>
                <a:effectLst/>
                <a:uFillTx/>
                <a:latin typeface="Times New Roman"/>
                <a:ea typeface="Times New Roman"/>
              </a:rPr>
              <a:t>. 25</a:t>
            </a:r>
            <a:r>
              <a:rPr lang="en-US" sz="3600" b="0" u="none" strike="noStrike">
                <a:solidFill>
                  <a:srgbClr val="FF0000"/>
                </a:solidFill>
                <a:effectLst/>
                <a:uFillTx/>
                <a:latin typeface="Times New Roman"/>
                <a:cs typeface="Times New Roman"/>
              </a:rPr>
              <a:t>፡</a:t>
            </a:r>
            <a:r>
              <a:rPr lang="en-US" sz="3600" b="0" u="none" strike="noStrike">
                <a:solidFill>
                  <a:srgbClr val="FF0000"/>
                </a:solidFill>
                <a:effectLst/>
                <a:uFillTx/>
                <a:latin typeface="Times New Roman"/>
                <a:ea typeface="Times New Roman"/>
              </a:rPr>
              <a:t>24-28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Perpetu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914400" y="-154080"/>
            <a:ext cx="7772400" cy="6872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91440" anchor="b">
            <a:spAutoFit/>
          </a:bodyPr>
          <a:p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3600" b="0" u="none" strike="noStrike">
              <a:solidFill>
                <a:srgbClr val="696464"/>
              </a:solidFill>
              <a:effectLst/>
              <a:uFillTx/>
              <a:latin typeface="Franklin Gothic Book"/>
            </a:endParaRPr>
          </a:p>
        </p:txBody>
      </p:sp>
      <p:sp>
        <p:nvSpPr>
          <p:cNvPr id="25" name="Slide Number Placeholder 2"/>
          <p:cNvSpPr/>
          <p:nvPr/>
        </p:nvSpPr>
        <p:spPr>
          <a:xfrm>
            <a:off x="146160" y="6210360"/>
            <a:ext cx="457200" cy="457200"/>
          </a:xfrm>
          <a:prstGeom prst="ellipse">
            <a:avLst/>
          </a:prstGeom>
          <a:solidFill>
            <a:srgbClr val="D3481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 anchorCtr="1">
            <a:no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B9E0B3C5-813B-4116-BF7E-FAFA66F1EDF7}" type="slidenum"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Franklin Gothic Book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"/>
          <p:cNvSpPr txBox="1"/>
          <p:nvPr/>
        </p:nvSpPr>
        <p:spPr>
          <a:xfrm>
            <a:off x="228600" y="380880"/>
            <a:ext cx="8610480" cy="60962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2500" lnSpcReduction="9999"/>
          </a:bodyPr>
          <a:p>
            <a:pPr marL="272880" indent="-272880">
              <a:spcBef>
                <a:spcPts val="575"/>
              </a:spcBef>
              <a:buClr>
                <a:srgbClr val="D34817"/>
              </a:buClr>
              <a:buSzPct val="85000"/>
              <a:buFont typeface="Wingdings 2" charset="2"/>
              <a:buChar char="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000" b="0" u="none" strike="noStrike">
                <a:solidFill>
                  <a:srgbClr val="000000"/>
                </a:solidFill>
                <a:effectLst/>
                <a:uFillTx/>
                <a:latin typeface="Perpetua"/>
              </a:rPr>
              <a:t>“</a:t>
            </a:r>
            <a:r>
              <a:rPr lang="am-ET" sz="4000" b="0" u="none" strike="noStrike">
                <a:solidFill>
                  <a:srgbClr val="000000"/>
                </a:solidFill>
                <a:effectLst/>
                <a:uFillTx/>
                <a:latin typeface="Nyala"/>
              </a:rPr>
              <a:t>ወደ እግዚአብሔር ዘንድ ንስሐንና በጌታችን በኢየሱስ ክርስቶስ ማመንን ለአይሁድና ለግሪክ ሰዎች እየመሰከርሁ በጉባኤም በየቤታችሁም አወራሁላችሁና አስተማርኋችሁ እንጂ ከሚጠቅማችሁ ነገር አንዳች ስንኳ አላስቀረሁባችሁም።</a:t>
            </a:r>
            <a:r>
              <a:rPr lang="en-US" sz="4000" b="0" u="none" strike="noStrike">
                <a:solidFill>
                  <a:srgbClr val="000000"/>
                </a:solidFill>
                <a:effectLst/>
                <a:uFillTx/>
                <a:latin typeface="Perpetua"/>
              </a:rPr>
              <a:t> 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Perpetua"/>
            </a:endParaRPr>
          </a:p>
          <a:p>
            <a:pPr marL="272880" indent="-272880">
              <a:spcBef>
                <a:spcPts val="575"/>
              </a:spcBef>
              <a:buClr>
                <a:srgbClr val="D34817"/>
              </a:buClr>
              <a:buSzPct val="85000"/>
              <a:buFont typeface="Wingdings 2" charset="2"/>
              <a:buChar char="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FF0000"/>
                </a:solidFill>
                <a:effectLst/>
                <a:uFillTx/>
                <a:latin typeface="Perpetua"/>
              </a:rPr>
              <a:t>“. . . </a:t>
            </a:r>
            <a:r>
              <a:rPr lang="am-ET" sz="3200" b="0" u="sng" strike="noStrike">
                <a:solidFill>
                  <a:srgbClr val="FF0000"/>
                </a:solidFill>
                <a:effectLst/>
                <a:uFillTx/>
                <a:latin typeface="Nyala"/>
              </a:rPr>
              <a:t>ስለዚህ እኔ ከሰው ሁሉ ደም ንጹሕ እንደ ሆንሁ ዛሬ በዚች ቀን እመሰክርላችኋለሁ</a:t>
            </a:r>
            <a:r>
              <a:rPr lang="am-ET" sz="3200" b="0" u="none" strike="noStrike">
                <a:solidFill>
                  <a:srgbClr val="FF0000"/>
                </a:solidFill>
                <a:effectLst/>
                <a:uFillTx/>
                <a:latin typeface="Nyala"/>
              </a:rPr>
              <a:t>።</a:t>
            </a:r>
            <a:r>
              <a:rPr lang="en-US" sz="3200" b="0" u="none" strike="noStrike">
                <a:solidFill>
                  <a:srgbClr val="FF0000"/>
                </a:solidFill>
                <a:effectLst/>
                <a:uFillTx/>
                <a:latin typeface="Perpetua"/>
              </a:rPr>
              <a:t> </a:t>
            </a:r>
            <a:r>
              <a:rPr lang="am-ET" sz="3600" b="0" u="none" strike="noStrike">
                <a:solidFill>
                  <a:srgbClr val="000000"/>
                </a:solidFill>
                <a:effectLst/>
                <a:uFillTx/>
                <a:latin typeface="Nyala"/>
              </a:rPr>
              <a:t>የእግዚአብሔርን ምክር ሁሉ ነግሬ</a:t>
            </a:r>
            <a:r>
              <a:rPr lang="en-US" sz="3600" b="0" u="none" strike="noStrike">
                <a:solidFill>
                  <a:srgbClr val="000000"/>
                </a:solidFill>
                <a:effectLst/>
                <a:uFillTx/>
                <a:latin typeface="Perpetua"/>
              </a:rPr>
              <a:t>ያ</a:t>
            </a:r>
            <a:r>
              <a:rPr lang="am-ET" sz="3600" b="0" u="none" strike="noStrike">
                <a:solidFill>
                  <a:srgbClr val="000000"/>
                </a:solidFill>
                <a:effectLst/>
                <a:uFillTx/>
                <a:latin typeface="Nyala"/>
              </a:rPr>
              <a:t>ችኋለሁና፥ ምንም አላስቀረሁባችሁም።</a:t>
            </a:r>
            <a:r>
              <a:rPr lang="en-US" sz="3600" b="0" u="none" strike="noStrike">
                <a:solidFill>
                  <a:srgbClr val="000000"/>
                </a:solidFill>
                <a:effectLst/>
                <a:uFillTx/>
                <a:latin typeface="Perpetua"/>
              </a:rPr>
              <a:t>”  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Perpetua"/>
            </a:endParaRPr>
          </a:p>
          <a:p>
            <a:pPr marL="272880" indent="-272880" algn="ctr">
              <a:lnSpc>
                <a:spcPct val="100000"/>
              </a:lnSpc>
              <a:spcBef>
                <a:spcPts val="5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600" b="0" u="none" strike="noStrike">
                <a:solidFill>
                  <a:srgbClr val="FF0000"/>
                </a:solidFill>
                <a:effectLst/>
                <a:uFillTx/>
                <a:latin typeface="Times New Roman"/>
                <a:cs typeface="Times New Roman"/>
              </a:rPr>
              <a:t>የሐዋ</a:t>
            </a:r>
            <a:r>
              <a:rPr lang="en-US" sz="3600" b="0" u="none" strike="noStrike">
                <a:solidFill>
                  <a:srgbClr val="FF0000"/>
                </a:solidFill>
                <a:effectLst/>
                <a:uFillTx/>
                <a:latin typeface="Times New Roman"/>
                <a:ea typeface="Times New Roman"/>
              </a:rPr>
              <a:t>. 20</a:t>
            </a:r>
            <a:r>
              <a:rPr lang="en-US" sz="3600" b="0" u="none" strike="noStrike">
                <a:solidFill>
                  <a:srgbClr val="FF0000"/>
                </a:solidFill>
                <a:effectLst/>
                <a:uFillTx/>
                <a:latin typeface="Times New Roman"/>
                <a:cs typeface="Times New Roman"/>
              </a:rPr>
              <a:t>፡</a:t>
            </a:r>
            <a:r>
              <a:rPr lang="en-US" sz="3600" b="0" u="none" strike="noStrike">
                <a:solidFill>
                  <a:srgbClr val="FF0000"/>
                </a:solidFill>
                <a:effectLst/>
                <a:uFillTx/>
                <a:latin typeface="Times New Roman"/>
                <a:ea typeface="Times New Roman"/>
              </a:rPr>
              <a:t>20-27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Perpetu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914400" y="-230400"/>
            <a:ext cx="7772400" cy="6872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91440" anchor="b">
            <a:spAutoFit/>
          </a:bodyPr>
          <a:p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3600" b="0" u="none" strike="noStrike">
              <a:solidFill>
                <a:srgbClr val="696464"/>
              </a:solidFill>
              <a:effectLst/>
              <a:uFillTx/>
              <a:latin typeface="Franklin Gothic Book"/>
            </a:endParaRPr>
          </a:p>
        </p:txBody>
      </p:sp>
      <p:sp>
        <p:nvSpPr>
          <p:cNvPr id="28" name="Slide Number Placeholder 2"/>
          <p:cNvSpPr/>
          <p:nvPr/>
        </p:nvSpPr>
        <p:spPr>
          <a:xfrm>
            <a:off x="146160" y="6210360"/>
            <a:ext cx="457200" cy="457200"/>
          </a:xfrm>
          <a:prstGeom prst="ellipse">
            <a:avLst/>
          </a:prstGeom>
          <a:solidFill>
            <a:srgbClr val="D3481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 anchorCtr="1">
            <a:no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C263185D-6A75-4E97-884C-C2FBB79A72A7}" type="slidenum"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Franklin Gothic Book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"/>
          <p:cNvSpPr txBox="1"/>
          <p:nvPr/>
        </p:nvSpPr>
        <p:spPr>
          <a:xfrm>
            <a:off x="228600" y="761760"/>
            <a:ext cx="8610480" cy="56386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2500" lnSpcReduction="9999"/>
          </a:bodyPr>
          <a:p>
            <a:pPr marL="419040" indent="-382680">
              <a:lnSpc>
                <a:spcPct val="90000"/>
              </a:lnSpc>
              <a:spcBef>
                <a:spcPts val="575"/>
              </a:spcBef>
              <a:buClr>
                <a:srgbClr val="D34817"/>
              </a:buClr>
              <a:buSzPct val="85000"/>
              <a:buFont typeface="Wingdings 2" charset="2"/>
              <a:buChar char="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800" b="0" u="none" strike="noStrike">
                <a:solidFill>
                  <a:srgbClr val="000000"/>
                </a:solidFill>
                <a:effectLst/>
                <a:uFillTx/>
                <a:latin typeface="Perpetua"/>
              </a:rPr>
              <a:t>“</a:t>
            </a:r>
            <a:r>
              <a:rPr lang="am-ET" sz="4800" b="0" u="none" strike="noStrike">
                <a:solidFill>
                  <a:srgbClr val="000000"/>
                </a:solidFill>
                <a:effectLst/>
                <a:uFillTx/>
                <a:latin typeface="Nyala"/>
              </a:rPr>
              <a:t>እኔ ኃጢአተኛውን፦ በእርግጥ ትሞታለህ ባልሁት ጊዜ፥ አንተም ባታስጠነቅቀው ነፍሱም እንድትድን ከክፉ መንገዱ ይመለስ ዘንድ ለኃጢአተኛው አስጠንቅቀህ ባትነግረው፥ ያ ኃጢአተኛ በኃጢአት ይሞታል</a:t>
            </a:r>
            <a:r>
              <a:rPr lang="en-US" sz="4800" b="0" u="none" strike="noStrike">
                <a:solidFill>
                  <a:srgbClr val="000000"/>
                </a:solidFill>
                <a:effectLst/>
                <a:uFillTx/>
                <a:latin typeface="Perpetua"/>
              </a:rPr>
              <a:t>፤</a:t>
            </a:r>
            <a:r>
              <a:rPr lang="am-ET" sz="4800" b="0" u="none" strike="noStrike">
                <a:solidFill>
                  <a:srgbClr val="000000"/>
                </a:solidFill>
                <a:effectLst/>
                <a:uFillTx/>
                <a:latin typeface="Nyala"/>
              </a:rPr>
              <a:t> </a:t>
            </a:r>
            <a:r>
              <a:rPr lang="am-ET" sz="5400" b="0" u="sng" strike="noStrike">
                <a:solidFill>
                  <a:srgbClr val="FF0000"/>
                </a:solidFill>
                <a:effectLst/>
                <a:uFillTx/>
                <a:latin typeface="Nyala"/>
              </a:rPr>
              <a:t>ደሙን ግን ከእጅህ እፈልጋለሁ</a:t>
            </a:r>
            <a:r>
              <a:rPr lang="am-ET" sz="4800" b="0" u="none" strike="noStrike">
                <a:solidFill>
                  <a:srgbClr val="000000"/>
                </a:solidFill>
                <a:effectLst/>
                <a:uFillTx/>
                <a:latin typeface="Nyala"/>
              </a:rPr>
              <a:t>።</a:t>
            </a:r>
            <a:r>
              <a:rPr lang="en-US" sz="4800" b="0" u="none" strike="noStrike">
                <a:solidFill>
                  <a:srgbClr val="000000"/>
                </a:solidFill>
                <a:effectLst/>
                <a:uFillTx/>
                <a:latin typeface="Perpetua"/>
              </a:rPr>
              <a:t>” </a:t>
            </a:r>
            <a:endParaRPr lang="en-US" sz="4800" b="0" u="none" strike="noStrike">
              <a:solidFill>
                <a:srgbClr val="000000"/>
              </a:solidFill>
              <a:effectLst/>
              <a:uFillTx/>
              <a:latin typeface="Perpetua"/>
            </a:endParaRPr>
          </a:p>
          <a:p>
            <a:pPr marL="419040" indent="-382680" algn="ctr">
              <a:lnSpc>
                <a:spcPct val="90000"/>
              </a:lnSpc>
              <a:spcBef>
                <a:spcPts val="5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5400" b="0" u="none" strike="noStrike">
                <a:solidFill>
                  <a:srgbClr val="FF0000"/>
                </a:solidFill>
                <a:effectLst/>
                <a:uFillTx/>
                <a:latin typeface="Perpetua"/>
              </a:rPr>
              <a:t>ሕዝ</a:t>
            </a:r>
            <a:r>
              <a:rPr lang="en-US" sz="5400" b="0" u="none" strike="noStrike">
                <a:solidFill>
                  <a:srgbClr val="FF0000"/>
                </a:solidFill>
                <a:effectLst/>
                <a:uFillTx/>
                <a:latin typeface="Perpetua"/>
              </a:rPr>
              <a:t>. </a:t>
            </a:r>
            <a:r>
              <a:rPr lang="en-US" sz="5400" b="0" u="none" strike="noStrike">
                <a:solidFill>
                  <a:srgbClr val="FF0000"/>
                </a:solidFill>
                <a:effectLst/>
                <a:uFillTx/>
                <a:latin typeface="Times New Roman"/>
                <a:ea typeface="Times New Roman"/>
              </a:rPr>
              <a:t>3</a:t>
            </a:r>
            <a:r>
              <a:rPr lang="en-US" sz="5400" b="0" u="none" strike="noStrike">
                <a:solidFill>
                  <a:srgbClr val="FF0000"/>
                </a:solidFill>
                <a:effectLst/>
                <a:uFillTx/>
                <a:latin typeface="Times New Roman"/>
                <a:cs typeface="Times New Roman"/>
              </a:rPr>
              <a:t>፡</a:t>
            </a:r>
            <a:r>
              <a:rPr lang="en-US" sz="5400" b="0" u="none" strike="noStrike">
                <a:solidFill>
                  <a:srgbClr val="FF0000"/>
                </a:solidFill>
                <a:effectLst/>
                <a:uFillTx/>
                <a:latin typeface="Times New Roman"/>
                <a:ea typeface="Times New Roman"/>
              </a:rPr>
              <a:t>18</a:t>
            </a:r>
            <a:endParaRPr lang="en-US" sz="5400" b="0" u="none" strike="noStrike">
              <a:solidFill>
                <a:srgbClr val="000000"/>
              </a:solidFill>
              <a:effectLst/>
              <a:uFillTx/>
              <a:latin typeface="Perpetu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914400" y="-77760"/>
            <a:ext cx="7772400" cy="6872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91440" anchor="b">
            <a:spAutoFit/>
          </a:bodyPr>
          <a:p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3600" b="0" u="none" strike="noStrike">
              <a:solidFill>
                <a:srgbClr val="696464"/>
              </a:solidFill>
              <a:effectLst/>
              <a:uFillTx/>
              <a:latin typeface="Franklin Gothic Book"/>
            </a:endParaRPr>
          </a:p>
        </p:txBody>
      </p:sp>
      <p:sp>
        <p:nvSpPr>
          <p:cNvPr id="31" name="Slide Number Placeholder 2"/>
          <p:cNvSpPr/>
          <p:nvPr/>
        </p:nvSpPr>
        <p:spPr>
          <a:xfrm>
            <a:off x="146160" y="6210360"/>
            <a:ext cx="457200" cy="457200"/>
          </a:xfrm>
          <a:prstGeom prst="ellipse">
            <a:avLst/>
          </a:prstGeom>
          <a:solidFill>
            <a:srgbClr val="D3481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 anchorCtr="1">
            <a:no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C248FB0-D1C8-42E8-BAB2-02BA8BDC66A6}" type="slidenum"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Franklin Gothic Book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"/>
          <p:cNvSpPr txBox="1"/>
          <p:nvPr/>
        </p:nvSpPr>
        <p:spPr>
          <a:xfrm>
            <a:off x="380880" y="609120"/>
            <a:ext cx="8305920" cy="5410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2500" lnSpcReduction="9999"/>
          </a:bodyPr>
          <a:p>
            <a:pPr marL="272880" indent="-272880">
              <a:spcBef>
                <a:spcPts val="575"/>
              </a:spcBef>
              <a:buClr>
                <a:srgbClr val="D34817"/>
              </a:buClr>
              <a:buSzPct val="85000"/>
              <a:buFont typeface="Wingdings 2" charset="2"/>
              <a:buChar char="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Perpetua"/>
              </a:rPr>
              <a:t>“</a:t>
            </a:r>
            <a:r>
              <a:rPr lang="am-ET" sz="4400" b="0" u="none" strike="noStrike">
                <a:solidFill>
                  <a:srgbClr val="000000"/>
                </a:solidFill>
                <a:effectLst/>
                <a:uFillTx/>
                <a:latin typeface="Nyala"/>
              </a:rPr>
              <a:t>ደግሞ ጻድቁ ከጽድቁ ተመልሶ ኃጢአት በሠራ ጊዜ እኔ በፊቱም ዕንቅፋትን ሳደርግ፥ እርሱ ይሞታል አንተም አላስጠነቀቅኸውምና በኃጢአቱ ይሞታል ያደረጋትም ጽድቅ 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Perpetua"/>
              </a:rPr>
              <a:t>አትታሰብለትም፣ </a:t>
            </a:r>
            <a:r>
              <a:rPr lang="am-ET" sz="4400" b="0" u="none" strike="noStrike">
                <a:solidFill>
                  <a:srgbClr val="000000"/>
                </a:solidFill>
                <a:effectLst/>
                <a:uFillTx/>
                <a:latin typeface="Nyala"/>
              </a:rPr>
              <a:t>ነገ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Perpetua"/>
              </a:rPr>
              <a:t>ር ግን </a:t>
            </a:r>
            <a:r>
              <a:rPr lang="am-ET" sz="4400" b="0" u="none" strike="noStrike">
                <a:solidFill>
                  <a:srgbClr val="000000"/>
                </a:solidFill>
                <a:effectLst/>
                <a:uFillTx/>
                <a:latin typeface="Nyala"/>
              </a:rPr>
              <a:t>ደሙን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Perpetua"/>
              </a:rPr>
              <a:t> </a:t>
            </a:r>
            <a:r>
              <a:rPr lang="am-ET" sz="4400" b="0" u="none" strike="noStrike">
                <a:solidFill>
                  <a:srgbClr val="000000"/>
                </a:solidFill>
                <a:effectLst/>
                <a:uFillTx/>
                <a:latin typeface="Nyala"/>
              </a:rPr>
              <a:t>ከእጅህ እፈልጋለሁ።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Perpetua"/>
              </a:rPr>
              <a:t>”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Perpetua"/>
            </a:endParaRPr>
          </a:p>
          <a:p>
            <a:pPr marL="272880" indent="-272880" algn="ctr">
              <a:spcBef>
                <a:spcPts val="5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5400" b="0" u="none" strike="noStrike">
                <a:solidFill>
                  <a:srgbClr val="FFFF00"/>
                </a:solidFill>
                <a:effectLst/>
                <a:uFillTx/>
                <a:latin typeface="Perpetua"/>
              </a:rPr>
              <a:t>   </a:t>
            </a:r>
            <a:r>
              <a:rPr lang="en-US" sz="6000" b="0" u="none" strike="noStrike">
                <a:solidFill>
                  <a:srgbClr val="FF0000"/>
                </a:solidFill>
                <a:effectLst/>
                <a:uFillTx/>
                <a:latin typeface="Perpetua"/>
              </a:rPr>
              <a:t>ሕዝ</a:t>
            </a:r>
            <a:r>
              <a:rPr lang="en-US" sz="6000" b="0" u="none" strike="noStrike">
                <a:solidFill>
                  <a:srgbClr val="FF0000"/>
                </a:solidFill>
                <a:effectLst/>
                <a:uFillTx/>
                <a:latin typeface="Perpetua"/>
              </a:rPr>
              <a:t>.  3</a:t>
            </a:r>
            <a:r>
              <a:rPr lang="en-US" sz="6000" b="0" u="none" strike="noStrike">
                <a:solidFill>
                  <a:srgbClr val="FF0000"/>
                </a:solidFill>
                <a:effectLst/>
                <a:uFillTx/>
                <a:latin typeface="Perpetua"/>
              </a:rPr>
              <a:t>፡</a:t>
            </a:r>
            <a:r>
              <a:rPr lang="en-US" sz="6000" b="0" u="none" strike="noStrike">
                <a:solidFill>
                  <a:srgbClr val="FF0000"/>
                </a:solidFill>
                <a:effectLst/>
                <a:uFillTx/>
                <a:latin typeface="Perpetua"/>
              </a:rPr>
              <a:t>20 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Perpetua"/>
            </a:endParaRPr>
          </a:p>
          <a:p>
            <a:pPr marL="272880" indent="-272880">
              <a:spcBef>
                <a:spcPts val="575"/>
              </a:spcBef>
              <a:buClr>
                <a:srgbClr val="D34817"/>
              </a:buClr>
              <a:buSzPct val="85000"/>
              <a:buFont typeface="Wingdings 2" charset="2"/>
              <a:buChar char="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6000" b="0" u="none" strike="noStrike">
              <a:solidFill>
                <a:srgbClr val="000000"/>
              </a:solidFill>
              <a:effectLst/>
              <a:uFillTx/>
              <a:latin typeface="Perpetu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914400" y="-1440"/>
            <a:ext cx="7772400" cy="6872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91440" anchor="b">
            <a:spAutoFit/>
          </a:bodyPr>
          <a:p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3600" b="0" u="none" strike="noStrike">
              <a:solidFill>
                <a:srgbClr val="696464"/>
              </a:solidFill>
              <a:effectLst/>
              <a:uFillTx/>
              <a:latin typeface="Franklin Gothic Book"/>
            </a:endParaRPr>
          </a:p>
        </p:txBody>
      </p:sp>
      <p:sp>
        <p:nvSpPr>
          <p:cNvPr id="34" name="Slide Number Placeholder 2"/>
          <p:cNvSpPr/>
          <p:nvPr/>
        </p:nvSpPr>
        <p:spPr>
          <a:xfrm>
            <a:off x="146160" y="6210360"/>
            <a:ext cx="457200" cy="457200"/>
          </a:xfrm>
          <a:prstGeom prst="ellipse">
            <a:avLst/>
          </a:prstGeom>
          <a:solidFill>
            <a:srgbClr val="D3481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 anchorCtr="1">
            <a:no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5D16F602-C18A-499B-AB3A-55A71CD2C7A2}" type="slidenum"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Franklin Gothic Book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"/>
          <p:cNvSpPr txBox="1"/>
          <p:nvPr/>
        </p:nvSpPr>
        <p:spPr>
          <a:xfrm>
            <a:off x="914400" y="990720"/>
            <a:ext cx="7772400" cy="5029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272880" indent="-272880">
              <a:lnSpc>
                <a:spcPct val="90000"/>
              </a:lnSpc>
              <a:spcBef>
                <a:spcPts val="575"/>
              </a:spcBef>
              <a:buClr>
                <a:srgbClr val="D34817"/>
              </a:buClr>
              <a:buSzPct val="85000"/>
              <a:buFont typeface="Wingdings 2" charset="2"/>
              <a:buChar char="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Perpetua"/>
              </a:rPr>
              <a:t>“</a:t>
            </a:r>
            <a:r>
              <a:rPr lang="am-ET" sz="4400" b="0" u="none" strike="noStrike">
                <a:solidFill>
                  <a:srgbClr val="000000"/>
                </a:solidFill>
                <a:effectLst/>
                <a:uFillTx/>
                <a:latin typeface="Nyala"/>
              </a:rPr>
              <a:t>ኃጢአተኛውን፦ ኃጢአተኛ ሆይ፥ በእርግጥ ትሞታለህ ባልሁ ጊዜ፥ ኃጢአተኛውን ከመንገዱ ታስጠነቅቅ ዘንድ ባትናገር ያ ኃጢአተኛ በኃጢአቱ ይሞታል፥ </a:t>
            </a:r>
            <a:r>
              <a:rPr lang="am-ET" sz="4800" b="0" u="sng" strike="noStrike">
                <a:solidFill>
                  <a:srgbClr val="FF0000"/>
                </a:solidFill>
                <a:effectLst/>
                <a:uFillTx/>
                <a:latin typeface="Nyala"/>
              </a:rPr>
              <a:t>ደሙን ግን ከእጅህ እፈልጋለሁ</a:t>
            </a:r>
            <a:r>
              <a:rPr lang="am-ET" sz="4400" b="0" u="none" strike="noStrike">
                <a:solidFill>
                  <a:srgbClr val="000000"/>
                </a:solidFill>
                <a:effectLst/>
                <a:uFillTx/>
                <a:latin typeface="Nyala"/>
              </a:rPr>
              <a:t>።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Perpetua"/>
              </a:rPr>
              <a:t>” 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Perpetua"/>
            </a:endParaRPr>
          </a:p>
          <a:p>
            <a:pPr marL="272880" indent="-272880" algn="ctr">
              <a:lnSpc>
                <a:spcPct val="90000"/>
              </a:lnSpc>
              <a:spcBef>
                <a:spcPts val="5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800" b="0" u="none" strike="noStrike">
                <a:solidFill>
                  <a:srgbClr val="FF0000"/>
                </a:solidFill>
                <a:effectLst/>
                <a:uFillTx/>
                <a:latin typeface="Times New Roman"/>
                <a:cs typeface="Times New Roman"/>
              </a:rPr>
              <a:t>ሕዝ</a:t>
            </a:r>
            <a:r>
              <a:rPr lang="en-US" sz="4800" b="0" u="none" strike="noStrike">
                <a:solidFill>
                  <a:srgbClr val="FF0000"/>
                </a:solidFill>
                <a:effectLst/>
                <a:uFillTx/>
                <a:latin typeface="Times New Roman"/>
                <a:ea typeface="Times New Roman"/>
              </a:rPr>
              <a:t>.  33</a:t>
            </a:r>
            <a:r>
              <a:rPr lang="en-US" sz="4800" b="0" u="none" strike="noStrike">
                <a:solidFill>
                  <a:srgbClr val="FF0000"/>
                </a:solidFill>
                <a:effectLst/>
                <a:uFillTx/>
                <a:latin typeface="Times New Roman"/>
                <a:cs typeface="Times New Roman"/>
              </a:rPr>
              <a:t>፡</a:t>
            </a:r>
            <a:r>
              <a:rPr lang="en-US" sz="4800" b="0" u="none" strike="noStrike">
                <a:solidFill>
                  <a:srgbClr val="FF0000"/>
                </a:solidFill>
                <a:effectLst/>
                <a:uFillTx/>
                <a:latin typeface="Times New Roman"/>
                <a:ea typeface="Times New Roman"/>
              </a:rPr>
              <a:t>8</a:t>
            </a:r>
            <a:endParaRPr lang="en-US" sz="4800" b="0" u="none" strike="noStrike">
              <a:solidFill>
                <a:srgbClr val="000000"/>
              </a:solidFill>
              <a:effectLst/>
              <a:uFillTx/>
              <a:latin typeface="Perpetua"/>
            </a:endParaRPr>
          </a:p>
          <a:p>
            <a:pPr marL="272880" indent="-272880">
              <a:lnSpc>
                <a:spcPct val="90000"/>
              </a:lnSpc>
              <a:spcBef>
                <a:spcPts val="575"/>
              </a:spcBef>
              <a:buClr>
                <a:srgbClr val="D34817"/>
              </a:buClr>
              <a:buSzPct val="85000"/>
              <a:buFont typeface="Wingdings 2" charset="2"/>
              <a:buChar char="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4800" b="0" u="none" strike="noStrike">
              <a:solidFill>
                <a:srgbClr val="000000"/>
              </a:solidFill>
              <a:effectLst/>
              <a:uFillTx/>
              <a:latin typeface="Perpetu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914400" y="-77760"/>
            <a:ext cx="7772400" cy="6872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91440" anchor="b">
            <a:spAutoFit/>
          </a:bodyPr>
          <a:p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3600" b="0" u="none" strike="noStrike">
              <a:solidFill>
                <a:srgbClr val="696464"/>
              </a:solidFill>
              <a:effectLst/>
              <a:uFillTx/>
              <a:latin typeface="Franklin Gothic Book"/>
            </a:endParaRPr>
          </a:p>
        </p:txBody>
      </p:sp>
      <p:sp>
        <p:nvSpPr>
          <p:cNvPr id="37" name="Slide Number Placeholder 2"/>
          <p:cNvSpPr/>
          <p:nvPr/>
        </p:nvSpPr>
        <p:spPr>
          <a:xfrm>
            <a:off x="146160" y="6210360"/>
            <a:ext cx="457200" cy="457200"/>
          </a:xfrm>
          <a:prstGeom prst="ellipse">
            <a:avLst/>
          </a:prstGeom>
          <a:solidFill>
            <a:srgbClr val="D3481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 anchorCtr="1">
            <a:no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8205D672-838F-4956-A659-0E4CC5E38875}" type="slidenum"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Franklin Gothic Book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"/>
          <p:cNvSpPr txBox="1"/>
          <p:nvPr/>
        </p:nvSpPr>
        <p:spPr>
          <a:xfrm>
            <a:off x="457200" y="838080"/>
            <a:ext cx="8229600" cy="5486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272880" indent="-272880">
              <a:lnSpc>
                <a:spcPct val="100000"/>
              </a:lnSpc>
              <a:spcBef>
                <a:spcPts val="575"/>
              </a:spcBef>
              <a:buClr>
                <a:srgbClr val="D34817"/>
              </a:buClr>
              <a:buSzPct val="85000"/>
              <a:buFont typeface="Wingdings 2" charset="2"/>
              <a:buChar char="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am-ET" sz="4000" b="0" u="none" strike="noStrike">
                <a:solidFill>
                  <a:srgbClr val="000000"/>
                </a:solidFill>
                <a:effectLst/>
                <a:uFillTx/>
                <a:latin typeface="Nyala"/>
              </a:rPr>
              <a:t> 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Perpetua"/>
              </a:rPr>
              <a:t>“</a:t>
            </a:r>
            <a:r>
              <a:rPr lang="am-ET" sz="4400" b="0" u="none" strike="noStrike">
                <a:solidFill>
                  <a:srgbClr val="000000"/>
                </a:solidFill>
                <a:effectLst/>
                <a:uFillTx/>
                <a:latin typeface="Nyala"/>
              </a:rPr>
              <a:t>እግዚአብሔርም ቃየንን አለው፦ ወንድምህ አቤል ወዴት ነው</a:t>
            </a:r>
            <a:r>
              <a:rPr lang="am-ET" sz="4400" b="0" u="none" strike="noStrike">
                <a:solidFill>
                  <a:srgbClr val="000000"/>
                </a:solidFill>
                <a:effectLst/>
                <a:uFillTx/>
                <a:latin typeface="Nyala"/>
              </a:rPr>
              <a:t>? </a:t>
            </a:r>
            <a:r>
              <a:rPr lang="am-ET" sz="4400" b="0" u="none" strike="noStrike">
                <a:solidFill>
                  <a:srgbClr val="000000"/>
                </a:solidFill>
                <a:effectLst/>
                <a:uFillTx/>
                <a:latin typeface="Nyala"/>
              </a:rPr>
              <a:t>እርሱም አለ፦ አላውቅም የወንድሜ ጠባቂው እኔ ነኝን</a:t>
            </a:r>
            <a:r>
              <a:rPr lang="am-ET" sz="4400" b="0" u="none" strike="noStrike">
                <a:solidFill>
                  <a:srgbClr val="000000"/>
                </a:solidFill>
                <a:effectLst/>
                <a:uFillTx/>
                <a:latin typeface="Nyala"/>
              </a:rPr>
              <a:t>?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Perpetua"/>
              </a:rPr>
              <a:t>” </a:t>
            </a:r>
            <a:r>
              <a:rPr lang="en-US" sz="4800" b="0" u="none" strike="noStrike">
                <a:solidFill>
                  <a:srgbClr val="FF0000"/>
                </a:solidFill>
                <a:effectLst/>
                <a:uFillTx/>
                <a:latin typeface="Perpetua"/>
              </a:rPr>
              <a:t>ዘፍ</a:t>
            </a:r>
            <a:r>
              <a:rPr lang="en-US" sz="4800" b="0" u="none" strike="noStrike">
                <a:solidFill>
                  <a:srgbClr val="FF0000"/>
                </a:solidFill>
                <a:effectLst/>
                <a:uFillTx/>
                <a:latin typeface="Perpetua"/>
              </a:rPr>
              <a:t>. 4</a:t>
            </a:r>
            <a:r>
              <a:rPr lang="en-US" sz="4800" b="0" u="none" strike="noStrike">
                <a:solidFill>
                  <a:srgbClr val="FF0000"/>
                </a:solidFill>
                <a:effectLst/>
                <a:uFillTx/>
                <a:latin typeface="Perpetua"/>
              </a:rPr>
              <a:t>፡</a:t>
            </a:r>
            <a:r>
              <a:rPr lang="en-US" sz="4800" b="0" u="none" strike="noStrike">
                <a:solidFill>
                  <a:srgbClr val="FF0000"/>
                </a:solidFill>
                <a:effectLst/>
                <a:uFillTx/>
                <a:latin typeface="Perpetua"/>
              </a:rPr>
              <a:t>9</a:t>
            </a:r>
            <a:endParaRPr lang="en-US" sz="4800" b="0" u="none" strike="noStrike">
              <a:solidFill>
                <a:srgbClr val="000000"/>
              </a:solidFill>
              <a:effectLst/>
              <a:uFillTx/>
              <a:latin typeface="Perpetua"/>
            </a:endParaRPr>
          </a:p>
          <a:p>
            <a:pPr marL="272880" indent="-272880">
              <a:lnSpc>
                <a:spcPct val="100000"/>
              </a:lnSpc>
              <a:spcBef>
                <a:spcPts val="5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Perpetua"/>
            </a:endParaRPr>
          </a:p>
          <a:p>
            <a:pPr marL="272880" indent="-27288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Perpetua"/>
            </a:endParaRPr>
          </a:p>
          <a:p>
            <a:pPr marL="272880" indent="-272880">
              <a:spcBef>
                <a:spcPts val="575"/>
              </a:spcBef>
              <a:buClr>
                <a:srgbClr val="D34817"/>
              </a:buClr>
              <a:buSzPct val="85000"/>
              <a:buFont typeface="Wingdings 2" charset="2"/>
              <a:buChar char="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Perpetu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914400" y="-77760"/>
            <a:ext cx="7772400" cy="6872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91440" anchor="b">
            <a:spAutoFit/>
          </a:bodyPr>
          <a:p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3600" b="0" u="none" strike="noStrike">
              <a:solidFill>
                <a:srgbClr val="696464"/>
              </a:solidFill>
              <a:effectLst/>
              <a:uFillTx/>
              <a:latin typeface="Franklin Gothic Book"/>
            </a:endParaRPr>
          </a:p>
        </p:txBody>
      </p:sp>
      <p:sp>
        <p:nvSpPr>
          <p:cNvPr id="40" name="Slide Number Placeholder 2"/>
          <p:cNvSpPr/>
          <p:nvPr/>
        </p:nvSpPr>
        <p:spPr>
          <a:xfrm>
            <a:off x="146160" y="6210360"/>
            <a:ext cx="457200" cy="457200"/>
          </a:xfrm>
          <a:prstGeom prst="ellipse">
            <a:avLst/>
          </a:prstGeom>
          <a:solidFill>
            <a:srgbClr val="D3481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 anchorCtr="1">
            <a:no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EFBE05AE-2AE0-4D40-80EB-3B8C725267E7}" type="slidenum"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Franklin Gothic Book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"/>
          <p:cNvSpPr txBox="1"/>
          <p:nvPr/>
        </p:nvSpPr>
        <p:spPr>
          <a:xfrm>
            <a:off x="380520" y="609120"/>
            <a:ext cx="8458200" cy="58676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272880" indent="-272880">
              <a:lnSpc>
                <a:spcPct val="90000"/>
              </a:lnSpc>
              <a:spcBef>
                <a:spcPts val="575"/>
              </a:spcBef>
              <a:buClr>
                <a:srgbClr val="D34817"/>
              </a:buClr>
              <a:buSzPct val="85000"/>
              <a:buFont typeface="Wingdings 2" charset="2"/>
              <a:buChar char="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0" u="none" strike="noStrike">
                <a:solidFill>
                  <a:srgbClr val="000000"/>
                </a:solidFill>
                <a:effectLst/>
                <a:uFillTx/>
                <a:latin typeface="Perpetua"/>
              </a:rPr>
              <a:t>“</a:t>
            </a:r>
            <a:r>
              <a:rPr lang="am-ET" sz="3000" b="0" u="none" strike="noStrike">
                <a:solidFill>
                  <a:srgbClr val="000000"/>
                </a:solidFill>
                <a:effectLst/>
                <a:uFillTx/>
                <a:latin typeface="Nyala"/>
              </a:rPr>
              <a:t>የወንድምህ በሬ ወይም በግ ጠፍቶ ብታይ ቸል አትበል</a:t>
            </a:r>
            <a:r>
              <a:rPr lang="en-US" sz="3000" b="0" u="none" strike="noStrike">
                <a:solidFill>
                  <a:srgbClr val="000000"/>
                </a:solidFill>
                <a:effectLst/>
                <a:uFillTx/>
                <a:latin typeface="Perpetua"/>
              </a:rPr>
              <a:t>፣</a:t>
            </a:r>
            <a:r>
              <a:rPr lang="am-ET" sz="3000" b="0" u="none" strike="noStrike">
                <a:solidFill>
                  <a:srgbClr val="000000"/>
                </a:solidFill>
                <a:effectLst/>
                <a:uFillTx/>
                <a:latin typeface="Nyala"/>
              </a:rPr>
              <a:t> ወደ ወንድምህ መልሰው።</a:t>
            </a:r>
            <a:r>
              <a:rPr lang="en-US" sz="3000" b="0" u="none" strike="noStrike">
                <a:solidFill>
                  <a:srgbClr val="000000"/>
                </a:solidFill>
                <a:effectLst/>
                <a:uFillTx/>
                <a:latin typeface="Perpetua"/>
              </a:rPr>
              <a:t> </a:t>
            </a:r>
            <a:r>
              <a:rPr lang="am-ET" sz="3000" b="0" u="none" strike="noStrike">
                <a:solidFill>
                  <a:srgbClr val="000000"/>
                </a:solidFill>
                <a:effectLst/>
                <a:uFillTx/>
                <a:latin typeface="Nyala"/>
              </a:rPr>
              <a:t>እንዲህም በአህያው ወይም በልብሱ ታደርጋለህ</a:t>
            </a:r>
            <a:r>
              <a:rPr lang="en-US" sz="3000" b="0" u="none" strike="noStrike">
                <a:solidFill>
                  <a:srgbClr val="000000"/>
                </a:solidFill>
                <a:effectLst/>
                <a:uFillTx/>
                <a:latin typeface="Perpetua"/>
              </a:rPr>
              <a:t>፣</a:t>
            </a:r>
            <a:r>
              <a:rPr lang="am-ET" sz="3000" b="0" u="none" strike="noStrike">
                <a:solidFill>
                  <a:srgbClr val="000000"/>
                </a:solidFill>
                <a:effectLst/>
                <a:uFillTx/>
                <a:latin typeface="Nyala"/>
              </a:rPr>
              <a:t> እንዲህም በወንድምህ በጠፋበት ነገር ሁሉ ባገኘኸው ጊዜ ታደርጋለህ ቸል ልትለው አይገባህም።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Perpetua"/>
            </a:endParaRPr>
          </a:p>
          <a:p>
            <a:pPr marL="272880" indent="-272880">
              <a:lnSpc>
                <a:spcPct val="90000"/>
              </a:lnSpc>
              <a:spcBef>
                <a:spcPts val="575"/>
              </a:spcBef>
              <a:buClr>
                <a:srgbClr val="D34817"/>
              </a:buClr>
              <a:buSzPct val="85000"/>
              <a:buFont typeface="Wingdings 2" charset="2"/>
              <a:buChar char="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Perpetua"/>
              </a:rPr>
              <a:t>“</a:t>
            </a:r>
            <a:r>
              <a:rPr lang="am-ET" sz="3200" b="0" u="none" strike="noStrike">
                <a:solidFill>
                  <a:srgbClr val="000000"/>
                </a:solidFill>
                <a:effectLst/>
                <a:uFillTx/>
                <a:latin typeface="Nyala"/>
              </a:rPr>
              <a:t>የወንድምህ አህያ ወይም በሬው በመንገድ ወድቆ ብታይ ከእርሱ ጋር ሆነህ አነሣሣው እንጂ ቸል አትበለው።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Perpetua"/>
              </a:rPr>
              <a:t> የ</a:t>
            </a:r>
            <a:r>
              <a:rPr lang="am-ET" sz="3200" b="0" u="none" strike="noStrike">
                <a:solidFill>
                  <a:srgbClr val="000000"/>
                </a:solidFill>
                <a:effectLst/>
                <a:uFillTx/>
                <a:latin typeface="Nyala"/>
              </a:rPr>
              <a:t>ወንድምህ አህያ ወይም በሬው በመንገድ ወድቆ ብታይ ከእርሱ ጋር ሆነህ አነሣሣው እንጂ ቸል አትበለው።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Perpetua"/>
              </a:rPr>
              <a:t>” 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Perpetua"/>
            </a:endParaRPr>
          </a:p>
          <a:p>
            <a:pPr marL="272880" indent="-272880" algn="ctr">
              <a:lnSpc>
                <a:spcPct val="90000"/>
              </a:lnSpc>
              <a:spcBef>
                <a:spcPts val="5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600" b="0" u="none" strike="noStrike">
                <a:solidFill>
                  <a:srgbClr val="FF0000"/>
                </a:solidFill>
                <a:effectLst/>
                <a:uFillTx/>
                <a:latin typeface="Times New Roman"/>
                <a:cs typeface="Times New Roman"/>
              </a:rPr>
              <a:t>ዘዳ</a:t>
            </a:r>
            <a:r>
              <a:rPr lang="en-US" sz="3600" b="0" u="none" strike="noStrike">
                <a:solidFill>
                  <a:srgbClr val="FF0000"/>
                </a:solidFill>
                <a:effectLst/>
                <a:uFillTx/>
                <a:latin typeface="Times New Roman"/>
                <a:ea typeface="Times New Roman"/>
              </a:rPr>
              <a:t>. 22</a:t>
            </a:r>
            <a:r>
              <a:rPr lang="en-US" sz="3600" b="0" u="none" strike="noStrike">
                <a:solidFill>
                  <a:srgbClr val="FF0000"/>
                </a:solidFill>
                <a:effectLst/>
                <a:uFillTx/>
                <a:latin typeface="Times New Roman"/>
                <a:cs typeface="Times New Roman"/>
              </a:rPr>
              <a:t>፡</a:t>
            </a:r>
            <a:r>
              <a:rPr lang="en-US" sz="3600" b="0" u="none" strike="noStrike">
                <a:solidFill>
                  <a:srgbClr val="FF0000"/>
                </a:solidFill>
                <a:effectLst/>
                <a:uFillTx/>
                <a:latin typeface="Times New Roman"/>
                <a:ea typeface="Times New Roman"/>
              </a:rPr>
              <a:t>1-4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Perpetua"/>
            </a:endParaRPr>
          </a:p>
          <a:p>
            <a:pPr marL="272880" indent="-272880">
              <a:lnSpc>
                <a:spcPct val="9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am-ET" sz="2200" b="0" u="none" strike="noStrike">
                <a:solidFill>
                  <a:srgbClr val="FF0000"/>
                </a:solidFill>
                <a:effectLst/>
                <a:uFillTx/>
                <a:latin typeface="Nyala"/>
              </a:rPr>
              <a:t> 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Perpetua"/>
            </a:endParaRPr>
          </a:p>
          <a:p>
            <a:pPr marL="272880" indent="-272880">
              <a:lnSpc>
                <a:spcPct val="90000"/>
              </a:lnSpc>
              <a:buClr>
                <a:srgbClr val="D34817"/>
              </a:buClr>
              <a:buSzPct val="85000"/>
              <a:buFont typeface="Wingdings 2" charset="2"/>
              <a:buChar char="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Perpetua"/>
              </a:rPr>
              <a:t>“ስለ ሌላው ወንድሙ መዳን ግድ የሌለው ሰው እርሱ ይድናል ብዬ አላምንም፡፡” 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Perpetua"/>
            </a:endParaRPr>
          </a:p>
          <a:p>
            <a:pPr marL="272880" indent="-272880" algn="ctr">
              <a:lnSpc>
                <a:spcPct val="90000"/>
              </a:lnSpc>
              <a:spcBef>
                <a:spcPts val="5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300" b="0" u="none" strike="noStrike">
                <a:solidFill>
                  <a:srgbClr val="FF0000"/>
                </a:solidFill>
                <a:effectLst/>
                <a:uFillTx/>
                <a:latin typeface="Perpetua"/>
              </a:rPr>
              <a:t>ቅዱስ ዮሐንስ አፈ ወርቅ</a:t>
            </a:r>
            <a:endParaRPr lang="en-US" sz="3300" b="0" u="none" strike="noStrike">
              <a:solidFill>
                <a:srgbClr val="000000"/>
              </a:solidFill>
              <a:effectLst/>
              <a:uFillTx/>
              <a:latin typeface="Perpetua"/>
            </a:endParaRPr>
          </a:p>
          <a:p>
            <a:pPr marL="272880" indent="-272880">
              <a:lnSpc>
                <a:spcPct val="90000"/>
              </a:lnSpc>
              <a:spcBef>
                <a:spcPts val="575"/>
              </a:spcBef>
              <a:buClr>
                <a:srgbClr val="D34817"/>
              </a:buClr>
              <a:buSzPct val="85000"/>
              <a:buFont typeface="Wingdings 2" charset="2"/>
              <a:buChar char="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3300" b="0" u="none" strike="noStrike">
              <a:solidFill>
                <a:srgbClr val="000000"/>
              </a:solidFill>
              <a:effectLst/>
              <a:uFillTx/>
              <a:latin typeface="Perpetu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914400" y="2743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91440" anchor="b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am-ET" sz="5400" b="1" u="none" strike="noStrike">
                <a:solidFill>
                  <a:srgbClr val="FF0000"/>
                </a:solidFill>
                <a:effectLst/>
                <a:uFillTx/>
                <a:latin typeface="Nyala"/>
              </a:rPr>
              <a:t>፩</a:t>
            </a:r>
            <a:r>
              <a:rPr lang="en-US" sz="5400" b="1" u="none" strike="noStrike">
                <a:solidFill>
                  <a:srgbClr val="FF0000"/>
                </a:solidFill>
                <a:effectLst/>
                <a:uFillTx/>
                <a:latin typeface="Franklin Gothic Book"/>
              </a:rPr>
              <a:t>. </a:t>
            </a:r>
            <a:r>
              <a:rPr lang="en-US" sz="5400" b="1" u="none" strike="noStrike">
                <a:solidFill>
                  <a:srgbClr val="FF0000"/>
                </a:solidFill>
                <a:effectLst/>
                <a:uFillTx/>
                <a:latin typeface="Franklin Gothic Book"/>
              </a:rPr>
              <a:t>የስብከተ ወንጌል ዓላማ</a:t>
            </a:r>
            <a:endParaRPr lang="en-US" sz="5400" b="0" u="none" strike="noStrike">
              <a:solidFill>
                <a:srgbClr val="696464"/>
              </a:solidFill>
              <a:effectLst/>
              <a:uFillTx/>
              <a:latin typeface="Franklin Gothic Book"/>
            </a:endParaRPr>
          </a:p>
        </p:txBody>
      </p:sp>
      <p:sp>
        <p:nvSpPr>
          <p:cNvPr id="43" name="Slide Number Placeholder 3"/>
          <p:cNvSpPr/>
          <p:nvPr/>
        </p:nvSpPr>
        <p:spPr>
          <a:xfrm>
            <a:off x="146160" y="6210360"/>
            <a:ext cx="457200" cy="457200"/>
          </a:xfrm>
          <a:prstGeom prst="ellipse">
            <a:avLst/>
          </a:prstGeom>
          <a:solidFill>
            <a:srgbClr val="D3481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 anchorCtr="1">
            <a:no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C38A264E-8666-4FAE-83EA-A451E11FA251}" type="slidenum"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Franklin Gothic Book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"/>
          <p:cNvSpPr txBox="1"/>
          <p:nvPr/>
        </p:nvSpPr>
        <p:spPr>
          <a:xfrm>
            <a:off x="533520" y="1447920"/>
            <a:ext cx="8153280" cy="4572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272880" indent="-272880">
              <a:spcBef>
                <a:spcPts val="5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5400" b="0" u="none" strike="noStrike">
                <a:solidFill>
                  <a:srgbClr val="000000"/>
                </a:solidFill>
                <a:effectLst/>
                <a:uFillTx/>
                <a:latin typeface="Perpetua"/>
              </a:rPr>
              <a:t>1. </a:t>
            </a:r>
            <a:r>
              <a:rPr lang="en-US" sz="5400" b="0" u="none" strike="noStrike">
                <a:solidFill>
                  <a:srgbClr val="000000"/>
                </a:solidFill>
                <a:effectLst/>
                <a:uFillTx/>
                <a:latin typeface="Perpetua"/>
              </a:rPr>
              <a:t>ያላመኑትን ማሳመን፣ </a:t>
            </a:r>
            <a:endParaRPr lang="en-US" sz="5400" b="0" u="none" strike="noStrike">
              <a:solidFill>
                <a:srgbClr val="000000"/>
              </a:solidFill>
              <a:effectLst/>
              <a:uFillTx/>
              <a:latin typeface="Perpetua"/>
            </a:endParaRPr>
          </a:p>
          <a:p>
            <a:pPr marL="272880" indent="-272880">
              <a:spcBef>
                <a:spcPts val="575"/>
              </a:spcBef>
              <a:buClr>
                <a:srgbClr val="D34817"/>
              </a:buClr>
              <a:buSzPct val="85000"/>
              <a:buFont typeface="Wingdings 2" charset="2"/>
              <a:buChar char="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800" b="0" u="none" strike="noStrike">
                <a:solidFill>
                  <a:srgbClr val="000000"/>
                </a:solidFill>
                <a:effectLst/>
                <a:uFillTx/>
                <a:latin typeface="Perpetua"/>
              </a:rPr>
              <a:t>“ብዙኃን እለ ይቤሉ መኑ ያርእየነ ሠናይቶ”</a:t>
            </a:r>
            <a:endParaRPr lang="en-US" sz="4800" b="0" u="none" strike="noStrike">
              <a:solidFill>
                <a:srgbClr val="000000"/>
              </a:solidFill>
              <a:effectLst/>
              <a:uFillTx/>
              <a:latin typeface="Perpetua"/>
            </a:endParaRPr>
          </a:p>
          <a:p>
            <a:pPr marL="272880" indent="-272880">
              <a:spcBef>
                <a:spcPts val="5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5400" b="0" u="none" strike="noStrike">
                <a:solidFill>
                  <a:srgbClr val="000000"/>
                </a:solidFill>
                <a:effectLst/>
                <a:uFillTx/>
                <a:latin typeface="Perpetua"/>
              </a:rPr>
              <a:t>2. </a:t>
            </a:r>
            <a:r>
              <a:rPr lang="en-US" sz="5400" b="0" u="none" strike="noStrike">
                <a:solidFill>
                  <a:srgbClr val="000000"/>
                </a:solidFill>
                <a:effectLst/>
                <a:uFillTx/>
                <a:latin typeface="Perpetua"/>
              </a:rPr>
              <a:t>ያመኑትን ማጽነት፣ </a:t>
            </a:r>
            <a:endParaRPr lang="en-US" sz="5400" b="0" u="none" strike="noStrike">
              <a:solidFill>
                <a:srgbClr val="000000"/>
              </a:solidFill>
              <a:effectLst/>
              <a:uFillTx/>
              <a:latin typeface="Perpetua"/>
            </a:endParaRPr>
          </a:p>
          <a:p>
            <a:pPr marL="272880" indent="-272880">
              <a:spcBef>
                <a:spcPts val="5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5400" b="0" u="none" strike="noStrike">
                <a:solidFill>
                  <a:srgbClr val="000000"/>
                </a:solidFill>
                <a:effectLst/>
                <a:uFillTx/>
                <a:latin typeface="Perpetua"/>
              </a:rPr>
              <a:t>3. </a:t>
            </a:r>
            <a:r>
              <a:rPr lang="en-US" sz="5400" b="0" u="none" strike="noStrike">
                <a:solidFill>
                  <a:srgbClr val="000000"/>
                </a:solidFill>
                <a:effectLst/>
                <a:uFillTx/>
                <a:latin typeface="Perpetua"/>
              </a:rPr>
              <a:t>የጸኑትን መጠበቅ፣ መቀደስ፣ </a:t>
            </a:r>
            <a:endParaRPr lang="en-US" sz="5400" b="0" u="none" strike="noStrike">
              <a:solidFill>
                <a:srgbClr val="000000"/>
              </a:solidFill>
              <a:effectLst/>
              <a:uFillTx/>
              <a:latin typeface="Perpetu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914400" y="2743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91440" anchor="b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600" b="1" u="none" strike="noStrike">
                <a:solidFill>
                  <a:srgbClr val="696464"/>
                </a:solidFill>
                <a:effectLst/>
                <a:uFillTx/>
                <a:latin typeface="Visual Geez Unicode"/>
              </a:rPr>
              <a:t>የስብከት ዓይነቶች</a:t>
            </a:r>
            <a:br>
              <a:rPr sz="3600"/>
            </a:br>
            <a:endParaRPr lang="en-US" sz="3600" b="0" u="none" strike="noStrike">
              <a:solidFill>
                <a:srgbClr val="696464"/>
              </a:solidFill>
              <a:effectLst/>
              <a:uFillTx/>
              <a:latin typeface="Franklin Gothic Book"/>
            </a:endParaRPr>
          </a:p>
        </p:txBody>
      </p:sp>
      <p:sp>
        <p:nvSpPr>
          <p:cNvPr id="46" name="Slide Number Placeholder 3"/>
          <p:cNvSpPr/>
          <p:nvPr/>
        </p:nvSpPr>
        <p:spPr>
          <a:xfrm>
            <a:off x="146160" y="6210360"/>
            <a:ext cx="457200" cy="457200"/>
          </a:xfrm>
          <a:prstGeom prst="ellipse">
            <a:avLst/>
          </a:prstGeom>
          <a:solidFill>
            <a:srgbClr val="D3481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 anchorCtr="1">
            <a:no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AA5E9786-C72B-4BC8-9349-9D2D14DB76DA}" type="slidenum"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Franklin Gothic Book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"/>
          <p:cNvSpPr txBox="1"/>
          <p:nvPr/>
        </p:nvSpPr>
        <p:spPr>
          <a:xfrm>
            <a:off x="304920" y="1143000"/>
            <a:ext cx="8534160" cy="5486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272880" indent="-272880">
              <a:lnSpc>
                <a:spcPct val="80000"/>
              </a:lnSpc>
              <a:spcBef>
                <a:spcPts val="575"/>
              </a:spcBef>
              <a:buClr>
                <a:srgbClr val="D34817"/>
              </a:buClr>
              <a:buSzPct val="85000"/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Visual Geez Unicode"/>
              </a:rPr>
              <a:t>የማያምኑ አረማውያን ሰዎችን እግዚአብሔርን ካለማመን ወደ ማመን የምንመልስበት የስብከት ዓይነት </a:t>
            </a: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Visual Geez Unicode"/>
              </a:rPr>
              <a:t>(</a:t>
            </a: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Visual Geez Unicode"/>
              </a:rPr>
              <a:t>ኬሪግማቲክ</a:t>
            </a: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Visual Geez Unicode"/>
              </a:rPr>
              <a:t>)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Perpetua"/>
            </a:endParaRPr>
          </a:p>
          <a:p>
            <a:pPr marL="272880" indent="-272880">
              <a:lnSpc>
                <a:spcPct val="80000"/>
              </a:lnSpc>
              <a:spcBef>
                <a:spcPts val="575"/>
              </a:spcBef>
              <a:buClr>
                <a:srgbClr val="D34817"/>
              </a:buClr>
              <a:buSzPct val="85000"/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600" b="0" u="none" strike="noStrike">
              <a:solidFill>
                <a:srgbClr val="000000"/>
              </a:solidFill>
              <a:effectLst/>
              <a:uFillTx/>
              <a:latin typeface="Perpetua"/>
            </a:endParaRPr>
          </a:p>
          <a:p>
            <a:pPr marL="272880" indent="-272880">
              <a:lnSpc>
                <a:spcPct val="80000"/>
              </a:lnSpc>
              <a:spcBef>
                <a:spcPts val="575"/>
              </a:spcBef>
              <a:buClr>
                <a:srgbClr val="D34817"/>
              </a:buClr>
              <a:buSzPct val="85000"/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Visual Geez Unicode"/>
              </a:rPr>
              <a:t>ያመኑትን፣ ነገር ግን ያልጠነከሩትን አዲስ አማንያንን </a:t>
            </a: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Visual Geez Unicode"/>
              </a:rPr>
              <a:t>/</a:t>
            </a: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Visual Geez Unicode"/>
              </a:rPr>
              <a:t>ንዑስ ክርስቲያንን</a:t>
            </a: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Visual Geez Unicode"/>
              </a:rPr>
              <a:t>/ </a:t>
            </a: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Visual Geez Unicode"/>
              </a:rPr>
              <a:t>የምንጸናበት ስብከት </a:t>
            </a: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Visual Geez Unicode"/>
              </a:rPr>
              <a:t>(</a:t>
            </a: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Visual Geez Unicode"/>
              </a:rPr>
              <a:t>የማጽናት</a:t>
            </a: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Visual Geez Unicode"/>
              </a:rPr>
              <a:t>/</a:t>
            </a: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Visual Geez Unicode"/>
              </a:rPr>
              <a:t>ዲዳክቲክ</a:t>
            </a: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Visual Geez Unicode"/>
              </a:rPr>
              <a:t>)</a:t>
            </a: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Visual Geez Unicode"/>
              </a:rPr>
              <a:t>፣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Perpetua"/>
            </a:endParaRPr>
          </a:p>
          <a:p>
            <a:pPr marL="272880" indent="-272880">
              <a:lnSpc>
                <a:spcPct val="80000"/>
              </a:lnSpc>
              <a:spcBef>
                <a:spcPts val="575"/>
              </a:spcBef>
              <a:buClr>
                <a:srgbClr val="D34817"/>
              </a:buClr>
              <a:buSzPct val="85000"/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600" b="0" u="none" strike="noStrike">
              <a:solidFill>
                <a:srgbClr val="000000"/>
              </a:solidFill>
              <a:effectLst/>
              <a:uFillTx/>
              <a:latin typeface="Perpetua"/>
            </a:endParaRPr>
          </a:p>
          <a:p>
            <a:pPr marL="272880" indent="-272880">
              <a:lnSpc>
                <a:spcPct val="80000"/>
              </a:lnSpc>
              <a:spcBef>
                <a:spcPts val="575"/>
              </a:spcBef>
              <a:buClr>
                <a:srgbClr val="D34817"/>
              </a:buClr>
              <a:buSzPct val="85000"/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Visual Geez Unicode"/>
              </a:rPr>
              <a:t>አምነው የነበሩ፣ ነገር ግን በልዩ ልዩ ምክንያት የዓለማውያን ጠባይ የወረሳቸውን የማነጽ ስብከት </a:t>
            </a: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Visual Geez Unicode"/>
              </a:rPr>
              <a:t>(</a:t>
            </a: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Visual Geez Unicode"/>
              </a:rPr>
              <a:t>ዲዳክቲክና   ፓራክሌቲክ</a:t>
            </a: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Visual Geez Unicode"/>
              </a:rPr>
              <a:t>)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Perpetua"/>
            </a:endParaRPr>
          </a:p>
          <a:p>
            <a:pPr marL="272880" indent="-272880">
              <a:lnSpc>
                <a:spcPct val="80000"/>
              </a:lnSpc>
              <a:spcBef>
                <a:spcPts val="575"/>
              </a:spcBef>
              <a:buClr>
                <a:srgbClr val="D34817"/>
              </a:buClr>
              <a:buSzPct val="85000"/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600" b="0" u="none" strike="noStrike">
              <a:solidFill>
                <a:srgbClr val="000000"/>
              </a:solidFill>
              <a:effectLst/>
              <a:uFillTx/>
              <a:latin typeface="Perpetua"/>
            </a:endParaRPr>
          </a:p>
          <a:p>
            <a:pPr marL="272880" indent="-272880">
              <a:lnSpc>
                <a:spcPct val="80000"/>
              </a:lnSpc>
              <a:spcBef>
                <a:spcPts val="575"/>
              </a:spcBef>
              <a:buClr>
                <a:srgbClr val="D34817"/>
              </a:buClr>
              <a:buSzPct val="85000"/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Visual Geez Unicode"/>
              </a:rPr>
              <a:t>አምነው በምግባር የጸኑትን መጠበቅና ወደ ተግባራዊ አኗኗር የምንሸጋገርበት ለቅድስና ሕይወት የምናበቃበት የስብከት ዓይነት ናቸው፡፡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Perpetua"/>
            </a:endParaRPr>
          </a:p>
          <a:p>
            <a:pPr marL="272880" indent="-272880">
              <a:lnSpc>
                <a:spcPct val="80000"/>
              </a:lnSpc>
              <a:spcBef>
                <a:spcPts val="575"/>
              </a:spcBef>
              <a:buClr>
                <a:srgbClr val="D34817"/>
              </a:buClr>
              <a:buSzPct val="85000"/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600" b="0" u="none" strike="noStrike">
              <a:solidFill>
                <a:srgbClr val="000000"/>
              </a:solidFill>
              <a:effectLst/>
              <a:uFillTx/>
              <a:latin typeface="Perpetu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6840" y="274680"/>
            <a:ext cx="7924680" cy="792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91440" anchor="b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am-ET" sz="4900" b="1" u="none" strike="noStrike">
                <a:solidFill>
                  <a:srgbClr val="FF0000"/>
                </a:solidFill>
                <a:effectLst/>
                <a:uFillTx/>
                <a:latin typeface="Nyala"/>
              </a:rPr>
              <a:t>፪</a:t>
            </a:r>
            <a:r>
              <a:rPr lang="en-US" sz="4900" b="1" u="none" strike="noStrike">
                <a:solidFill>
                  <a:srgbClr val="FF0000"/>
                </a:solidFill>
                <a:effectLst/>
                <a:uFillTx/>
                <a:latin typeface="Franklin Gothic Book"/>
              </a:rPr>
              <a:t>. </a:t>
            </a:r>
            <a:r>
              <a:rPr lang="en-US" sz="4900" b="1" u="none" strike="noStrike">
                <a:solidFill>
                  <a:srgbClr val="FF0000"/>
                </a:solidFill>
                <a:effectLst/>
                <a:uFillTx/>
                <a:latin typeface="Franklin Gothic Book"/>
              </a:rPr>
              <a:t>ሰባኪ የሚያስፈልጉት ነገሮች</a:t>
            </a:r>
            <a:endParaRPr lang="en-US" sz="4900" b="0" u="none" strike="noStrike">
              <a:solidFill>
                <a:srgbClr val="696464"/>
              </a:solidFill>
              <a:effectLst/>
              <a:uFillTx/>
              <a:latin typeface="Franklin Gothic Book"/>
            </a:endParaRPr>
          </a:p>
        </p:txBody>
      </p:sp>
      <p:sp>
        <p:nvSpPr>
          <p:cNvPr id="49" name="Slide Number Placeholder 3"/>
          <p:cNvSpPr/>
          <p:nvPr/>
        </p:nvSpPr>
        <p:spPr>
          <a:xfrm>
            <a:off x="146160" y="6210360"/>
            <a:ext cx="457200" cy="457200"/>
          </a:xfrm>
          <a:prstGeom prst="ellipse">
            <a:avLst/>
          </a:prstGeom>
          <a:solidFill>
            <a:srgbClr val="D3481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 anchorCtr="1">
            <a:no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17982519-B1FA-4504-8BC3-251E08E7344F}" type="slidenum"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Franklin Gothic Book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"/>
          <p:cNvSpPr txBox="1"/>
          <p:nvPr/>
        </p:nvSpPr>
        <p:spPr>
          <a:xfrm>
            <a:off x="304920" y="1143000"/>
            <a:ext cx="8610480" cy="55627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743040" indent="-743040" algn="just">
              <a:lnSpc>
                <a:spcPct val="80000"/>
              </a:lnSpc>
              <a:spcBef>
                <a:spcPts val="575"/>
              </a:spcBef>
              <a:buClr>
                <a:srgbClr val="D34817"/>
              </a:buClr>
              <a:buSzPct val="85000"/>
              <a:buFont typeface="Times New Roman"/>
              <a:buAutoNum type="arabicPeriod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000" b="1" u="none" strike="noStrike">
                <a:solidFill>
                  <a:srgbClr val="FF0000"/>
                </a:solidFill>
                <a:effectLst/>
                <a:uFillTx/>
                <a:latin typeface="Times New Roman"/>
                <a:cs typeface="Times New Roman"/>
              </a:rPr>
              <a:t>ትምህርት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Perpetua"/>
            </a:endParaRPr>
          </a:p>
          <a:p>
            <a:pPr marL="743040" indent="-743040" algn="just">
              <a:lnSpc>
                <a:spcPct val="80000"/>
              </a:lnSpc>
              <a:spcBef>
                <a:spcPts val="5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500" b="1" u="none" strike="noStrike">
                <a:solidFill>
                  <a:srgbClr val="000000"/>
                </a:solidFill>
                <a:effectLst/>
                <a:uFillTx/>
                <a:latin typeface="Power Geez Unicode1"/>
                <a:cs typeface="Calibri"/>
              </a:rPr>
              <a:t>አንድ ሰባኪ ሳይማር ሌሎችን ለማስተማር አይችልምና በቅድሚያ </a:t>
            </a:r>
            <a:r>
              <a:rPr lang="en-US" sz="2500" b="1" u="sng" strike="noStrike">
                <a:solidFill>
                  <a:srgbClr val="000000"/>
                </a:solidFill>
                <a:effectLst/>
                <a:uFillTx/>
                <a:latin typeface="Power Geez Unicode1"/>
                <a:cs typeface="Calibri"/>
              </a:rPr>
              <a:t>በሚገባ</a:t>
            </a:r>
            <a:r>
              <a:rPr lang="en-US" sz="2500" b="1" u="none" strike="noStrike">
                <a:solidFill>
                  <a:srgbClr val="000000"/>
                </a:solidFill>
                <a:effectLst/>
                <a:uFillTx/>
                <a:latin typeface="Power Geez Unicode1"/>
                <a:ea typeface="Calibri"/>
              </a:rPr>
              <a:t> መጽሐፍ ቅዱስን የተማረ መሆን አለበት፡፡ 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Perpetua"/>
            </a:endParaRPr>
          </a:p>
          <a:p>
            <a:pPr marL="743040" indent="-743040">
              <a:lnSpc>
                <a:spcPct val="100000"/>
              </a:lnSpc>
              <a:spcBef>
                <a:spcPts val="575"/>
              </a:spcBef>
              <a:buClr>
                <a:srgbClr val="D34817"/>
              </a:buClr>
              <a:buSzPct val="85000"/>
              <a:buFont typeface="Wingdings 2" charset="2"/>
              <a:buChar char="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500" b="1" u="none" strike="noStrike">
                <a:solidFill>
                  <a:srgbClr val="000000"/>
                </a:solidFill>
                <a:effectLst/>
                <a:uFillTx/>
                <a:latin typeface="Power Geez Unicode1"/>
                <a:ea typeface="Calibri"/>
              </a:rPr>
              <a:t>“</a:t>
            </a:r>
            <a:r>
              <a:rPr lang="am-ET" sz="2800" b="0" u="none" strike="noStrike">
                <a:solidFill>
                  <a:srgbClr val="000000"/>
                </a:solidFill>
                <a:effectLst/>
                <a:uFillTx/>
                <a:latin typeface="Nyala"/>
              </a:rPr>
              <a:t>ወደ ተራራም ወጣ፥ ራሱም የወደዳቸውን ወደ እርሱ ጠራ፥ ወደ እርሱም ሄዱ።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Perpetua"/>
              </a:rPr>
              <a:t> </a:t>
            </a:r>
            <a:r>
              <a:rPr lang="am-ET" sz="2800" b="0" u="none" strike="noStrike">
                <a:solidFill>
                  <a:srgbClr val="000000"/>
                </a:solidFill>
                <a:effectLst/>
                <a:uFillTx/>
                <a:latin typeface="Nyala"/>
              </a:rPr>
              <a:t>ከእርሱም ጋር እንዲኖሩና ለመስበክ እንዲልካቸው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Perpetua"/>
              </a:rPr>
              <a:t>፣ </a:t>
            </a:r>
            <a:r>
              <a:rPr lang="am-ET" sz="2800" b="0" u="none" strike="noStrike">
                <a:solidFill>
                  <a:srgbClr val="000000"/>
                </a:solidFill>
                <a:effectLst/>
                <a:uFillTx/>
                <a:latin typeface="Nyala"/>
              </a:rPr>
              <a:t> ድውዮችንም ሊፈውሱ አጋንንትንም ሊያወጡ ሥልጣን ይሆንላቸው ዘንድ አሥራ ሁለት አደረገ፤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Perpetua"/>
              </a:rPr>
              <a:t>” </a:t>
            </a:r>
            <a:r>
              <a:rPr lang="en-US" sz="3600" b="0" u="none" strike="noStrike">
                <a:solidFill>
                  <a:srgbClr val="FF0000"/>
                </a:solidFill>
                <a:effectLst/>
                <a:uFillTx/>
                <a:latin typeface="Perpetua"/>
              </a:rPr>
              <a:t>ማር</a:t>
            </a:r>
            <a:r>
              <a:rPr lang="en-US" sz="3600" b="0" u="none" strike="noStrike">
                <a:solidFill>
                  <a:srgbClr val="FF0000"/>
                </a:solidFill>
                <a:effectLst/>
                <a:uFillTx/>
                <a:latin typeface="Perpetua"/>
              </a:rPr>
              <a:t>. 3</a:t>
            </a:r>
            <a:r>
              <a:rPr lang="en-US" sz="3600" b="0" u="none" strike="noStrike">
                <a:solidFill>
                  <a:srgbClr val="FF0000"/>
                </a:solidFill>
                <a:effectLst/>
                <a:uFillTx/>
                <a:latin typeface="Perpetua"/>
              </a:rPr>
              <a:t>፡</a:t>
            </a:r>
            <a:r>
              <a:rPr lang="en-US" sz="3600" b="0" u="none" strike="noStrike">
                <a:solidFill>
                  <a:srgbClr val="FF0000"/>
                </a:solidFill>
                <a:effectLst/>
                <a:uFillTx/>
                <a:latin typeface="Perpetua"/>
              </a:rPr>
              <a:t>13-15</a:t>
            </a:r>
            <a:br>
              <a:rPr sz="2800"/>
            </a:br>
            <a:r>
              <a:rPr lang="en-US" sz="2500" b="1" u="none" strike="noStrike">
                <a:solidFill>
                  <a:srgbClr val="000000"/>
                </a:solidFill>
                <a:effectLst/>
                <a:uFillTx/>
                <a:latin typeface="Power Geez Unicode1"/>
                <a:cs typeface="Calibri"/>
              </a:rPr>
              <a:t>ከአባቶች እግር ሥር የተማረ መሆን አለበት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Perpetua"/>
            </a:endParaRPr>
          </a:p>
          <a:p>
            <a:pPr marL="743040" indent="-743040">
              <a:lnSpc>
                <a:spcPct val="95000"/>
              </a:lnSpc>
              <a:buClr>
                <a:srgbClr val="D34817"/>
              </a:buClr>
              <a:buSzPct val="85000"/>
              <a:buFont typeface="Wingdings 2" charset="2"/>
              <a:buChar char="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500" b="0" u="none" strike="noStrike">
                <a:solidFill>
                  <a:srgbClr val="000000"/>
                </a:solidFill>
                <a:effectLst/>
                <a:uFillTx/>
                <a:latin typeface="Power Geez Unicode1"/>
                <a:cs typeface="Calibri"/>
              </a:rPr>
              <a:t>ከአባቶች ከሚቀዳው ምንጭ የጠጣና በትሕትና ራሱን ዝቅ በማድረግ ምስጠሩን እግዚአብሔር እንዲገልጥለት በጸሎት በመጠየቅ የተማረ መሆን አለበት፡፡ 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Perpetua"/>
            </a:endParaRPr>
          </a:p>
          <a:p>
            <a:pPr marL="743040" indent="-743040" algn="just">
              <a:lnSpc>
                <a:spcPct val="95000"/>
              </a:lnSpc>
              <a:spcAft>
                <a:spcPts val="1001"/>
              </a:spcAft>
              <a:buClr>
                <a:srgbClr val="D34817"/>
              </a:buClr>
              <a:buSzPct val="85000"/>
              <a:buFont typeface="Wingdings 2" charset="2"/>
              <a:buChar char="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500" b="0" u="none" strike="noStrike">
              <a:solidFill>
                <a:srgbClr val="000000"/>
              </a:solidFill>
              <a:effectLst/>
              <a:uFillTx/>
              <a:latin typeface="Perpetua"/>
            </a:endParaRPr>
          </a:p>
          <a:p>
            <a:pPr marL="743040" indent="-743040">
              <a:lnSpc>
                <a:spcPct val="100000"/>
              </a:lnSpc>
              <a:spcBef>
                <a:spcPts val="5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500" b="0" u="none" strike="noStrike">
              <a:solidFill>
                <a:srgbClr val="000000"/>
              </a:solidFill>
              <a:effectLst/>
              <a:uFillTx/>
              <a:latin typeface="Perpetu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914400" y="2743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91440" anchor="b">
            <a:noAutofit/>
          </a:bodyPr>
          <a:p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800" b="0" u="none" strike="noStrike">
                <a:solidFill>
                  <a:srgbClr val="FF0000"/>
                </a:solidFill>
                <a:effectLst/>
                <a:uFillTx/>
                <a:latin typeface="Franklin Gothic Book"/>
              </a:rPr>
              <a:t>2. </a:t>
            </a:r>
            <a:r>
              <a:rPr lang="am-ET" sz="4800" b="0" u="none" strike="noStrike">
                <a:solidFill>
                  <a:srgbClr val="FF0000"/>
                </a:solidFill>
                <a:effectLst/>
                <a:uFillTx/>
                <a:latin typeface="Nyala"/>
              </a:rPr>
              <a:t> </a:t>
            </a:r>
            <a:r>
              <a:rPr lang="en-US" sz="4800" b="0" u="none" strike="noStrike">
                <a:solidFill>
                  <a:srgbClr val="FF0000"/>
                </a:solidFill>
                <a:effectLst/>
                <a:uFillTx/>
                <a:latin typeface="Franklin Gothic Book"/>
              </a:rPr>
              <a:t>መጻሕፍትን ማንበብ</a:t>
            </a:r>
            <a:r>
              <a:rPr lang="am-ET" sz="4800" b="0" u="none" strike="noStrike">
                <a:solidFill>
                  <a:srgbClr val="FF0000"/>
                </a:solidFill>
                <a:effectLst/>
                <a:uFillTx/>
                <a:latin typeface="Nyala"/>
              </a:rPr>
              <a:t> </a:t>
            </a:r>
            <a:endParaRPr lang="en-US" sz="4800" b="0" u="none" strike="noStrike">
              <a:solidFill>
                <a:srgbClr val="696464"/>
              </a:solidFill>
              <a:effectLst/>
              <a:uFillTx/>
              <a:latin typeface="Franklin Gothic Book"/>
            </a:endParaRPr>
          </a:p>
        </p:txBody>
      </p:sp>
      <p:sp>
        <p:nvSpPr>
          <p:cNvPr id="52" name="Slide Number Placeholder 3"/>
          <p:cNvSpPr/>
          <p:nvPr/>
        </p:nvSpPr>
        <p:spPr>
          <a:xfrm>
            <a:off x="146160" y="6210360"/>
            <a:ext cx="457200" cy="457200"/>
          </a:xfrm>
          <a:prstGeom prst="ellipse">
            <a:avLst/>
          </a:prstGeom>
          <a:solidFill>
            <a:srgbClr val="D3481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 anchorCtr="1">
            <a:no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34FF9D96-6F1C-485A-B3EA-B8644805F61F}" type="slidenum"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Franklin Gothic Book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"/>
          <p:cNvSpPr txBox="1"/>
          <p:nvPr/>
        </p:nvSpPr>
        <p:spPr>
          <a:xfrm>
            <a:off x="228600" y="1600200"/>
            <a:ext cx="8686800" cy="49528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272880" indent="-272880">
              <a:lnSpc>
                <a:spcPct val="80000"/>
              </a:lnSpc>
              <a:spcBef>
                <a:spcPts val="575"/>
              </a:spcBef>
              <a:buClr>
                <a:srgbClr val="D34817"/>
              </a:buClr>
              <a:buSzPct val="85000"/>
              <a:buFont typeface="Wingdings 2" charset="2"/>
              <a:buChar char="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000" b="1" u="none" strike="noStrike">
                <a:solidFill>
                  <a:srgbClr val="000000"/>
                </a:solidFill>
                <a:effectLst/>
                <a:uFillTx/>
                <a:latin typeface="Nyala"/>
                <a:ea typeface="Calibri"/>
              </a:rPr>
              <a:t>“</a:t>
            </a:r>
            <a:r>
              <a:rPr lang="am-ET" sz="4000" b="1" u="sng" strike="noStrike">
                <a:solidFill>
                  <a:srgbClr val="FF0000"/>
                </a:solidFill>
                <a:effectLst/>
                <a:uFillTx/>
                <a:latin typeface="Nyala"/>
                <a:cs typeface="Calibri"/>
              </a:rPr>
              <a:t>ለማንበብና</a:t>
            </a:r>
            <a:r>
              <a:rPr lang="am-ET" sz="4000" b="0" u="none" strike="noStrike">
                <a:solidFill>
                  <a:srgbClr val="000000"/>
                </a:solidFill>
                <a:effectLst/>
                <a:uFillTx/>
                <a:latin typeface="Nyala"/>
                <a:ea typeface="Calibri"/>
              </a:rPr>
              <a:t> ለመምከር ለማስተማርም ተጠንቀቅ።</a:t>
            </a:r>
            <a:r>
              <a:rPr lang="en-US" sz="4000" b="0" u="none" strike="noStrike">
                <a:solidFill>
                  <a:srgbClr val="000000"/>
                </a:solidFill>
                <a:effectLst/>
                <a:uFillTx/>
                <a:latin typeface="Perpetua"/>
                <a:ea typeface="Calibri"/>
              </a:rPr>
              <a:t>”</a:t>
            </a:r>
            <a:r>
              <a:rPr lang="en-US" sz="4000" b="1" u="none" strike="noStrike">
                <a:solidFill>
                  <a:srgbClr val="000000"/>
                </a:solidFill>
                <a:effectLst/>
                <a:uFillTx/>
                <a:latin typeface="Nyala"/>
                <a:ea typeface="Calibri"/>
              </a:rPr>
              <a:t> </a:t>
            </a:r>
            <a:r>
              <a:rPr lang="en-US" sz="4000" b="1" u="none" strike="noStrike">
                <a:solidFill>
                  <a:srgbClr val="FF0000"/>
                </a:solidFill>
                <a:effectLst/>
                <a:uFillTx/>
                <a:latin typeface="Nyala"/>
                <a:ea typeface="Calibri"/>
              </a:rPr>
              <a:t>1 </a:t>
            </a:r>
            <a:r>
              <a:rPr lang="en-US" sz="4000" b="1" u="none" strike="noStrike">
                <a:solidFill>
                  <a:srgbClr val="FF0000"/>
                </a:solidFill>
                <a:effectLst/>
                <a:uFillTx/>
                <a:latin typeface="Nyala"/>
                <a:cs typeface="Calibri"/>
              </a:rPr>
              <a:t>ጢሞ</a:t>
            </a:r>
            <a:r>
              <a:rPr lang="en-US" sz="4000" b="1" u="none" strike="noStrike">
                <a:solidFill>
                  <a:srgbClr val="FF0000"/>
                </a:solidFill>
                <a:effectLst/>
                <a:uFillTx/>
                <a:latin typeface="Nyala"/>
                <a:ea typeface="Calibri"/>
              </a:rPr>
              <a:t>. 4</a:t>
            </a:r>
            <a:r>
              <a:rPr lang="en-US" sz="4000" b="1" u="none" strike="noStrike">
                <a:solidFill>
                  <a:srgbClr val="FF0000"/>
                </a:solidFill>
                <a:effectLst/>
                <a:uFillTx/>
                <a:latin typeface="Nyala"/>
                <a:cs typeface="Calibri"/>
              </a:rPr>
              <a:t>፡</a:t>
            </a:r>
            <a:r>
              <a:rPr lang="en-US" sz="4000" b="1" u="none" strike="noStrike">
                <a:solidFill>
                  <a:srgbClr val="FF0000"/>
                </a:solidFill>
                <a:effectLst/>
                <a:uFillTx/>
                <a:latin typeface="Nyala"/>
                <a:ea typeface="Calibri"/>
              </a:rPr>
              <a:t>13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Perpetua"/>
            </a:endParaRPr>
          </a:p>
          <a:p>
            <a:pPr marL="272880" indent="-272880">
              <a:lnSpc>
                <a:spcPct val="80000"/>
              </a:lnSpc>
              <a:spcBef>
                <a:spcPts val="5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4000" b="0" u="none" strike="noStrike">
              <a:solidFill>
                <a:srgbClr val="000000"/>
              </a:solidFill>
              <a:effectLst/>
              <a:uFillTx/>
              <a:latin typeface="Perpetua"/>
            </a:endParaRPr>
          </a:p>
          <a:p>
            <a:pPr marL="272880" indent="-272880" algn="just">
              <a:lnSpc>
                <a:spcPct val="75000"/>
              </a:lnSpc>
              <a:spcAft>
                <a:spcPts val="1001"/>
              </a:spcAft>
              <a:buClr>
                <a:srgbClr val="D34817"/>
              </a:buClr>
              <a:buSzPct val="85000"/>
              <a:buFont typeface="Wingdings 2" charset="2"/>
              <a:buChar char="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600" b="1" u="none" strike="noStrike">
                <a:solidFill>
                  <a:srgbClr val="000000"/>
                </a:solidFill>
                <a:effectLst/>
                <a:uFillTx/>
                <a:latin typeface="Nyala"/>
                <a:cs typeface="Calibri"/>
              </a:rPr>
              <a:t>ሌሎች ተጨማሪ ይጠቅማሉ የሚላቸውን መጻሕፍቶች ዘመኑን በመዋጀት ማንበብ አለበት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Perpetua"/>
            </a:endParaRPr>
          </a:p>
          <a:p>
            <a:pPr marL="272880" indent="-272880" algn="just">
              <a:lnSpc>
                <a:spcPct val="95000"/>
              </a:lnSpc>
              <a:spcAft>
                <a:spcPts val="1001"/>
              </a:spcAft>
              <a:buClr>
                <a:srgbClr val="D34817"/>
              </a:buClr>
              <a:buSzPct val="85000"/>
              <a:buFont typeface="Wingdings" charset="2"/>
              <a:buChar char="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Power Geez Unicode1"/>
                <a:ea typeface="Calibri"/>
              </a:rPr>
              <a:t> ከሚያስተምራቸው ሰዎች በእውቀት ልቆ መገኘት አለበት፤ ካልሆነ ግን ቤተ ክርስቲያኗን ያስገምታታል፡፡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Perpetua"/>
            </a:endParaRPr>
          </a:p>
          <a:p>
            <a:pPr marL="272880" indent="-272880" algn="just">
              <a:lnSpc>
                <a:spcPct val="95000"/>
              </a:lnSpc>
              <a:spcAft>
                <a:spcPts val="1001"/>
              </a:spcAft>
              <a:buClr>
                <a:srgbClr val="D34817"/>
              </a:buClr>
              <a:buSzPct val="85000"/>
              <a:buFont typeface="Wingdings" charset="2"/>
              <a:buChar char="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Power Geez Unicode1"/>
                <a:ea typeface="Calibri"/>
              </a:rPr>
              <a:t> </a:t>
            </a:r>
            <a:r>
              <a:rPr lang="en-US" sz="3000" b="0" u="none" strike="noStrike">
                <a:solidFill>
                  <a:srgbClr val="000000"/>
                </a:solidFill>
                <a:effectLst/>
                <a:uFillTx/>
                <a:latin typeface="Power Geez Unicode1"/>
                <a:ea typeface="Calibri"/>
              </a:rPr>
              <a:t>“ሰባኪውም ጠቢብ ስለ ሆነ ለሕዝቡ እውቀትን አስተማረ፣ እርሱም ብዙ ምሳሌዎችን መረመረና ፈላለገ፣ አስማማም።” </a:t>
            </a:r>
            <a:r>
              <a:rPr lang="en-US" sz="3000" b="0" u="none" strike="noStrike">
                <a:solidFill>
                  <a:srgbClr val="FF0000"/>
                </a:solidFill>
                <a:effectLst/>
                <a:uFillTx/>
                <a:latin typeface="Power Geez Unicode1"/>
                <a:cs typeface="Calibri"/>
              </a:rPr>
              <a:t>መክ</a:t>
            </a:r>
            <a:r>
              <a:rPr lang="en-US" sz="3000" b="0" u="none" strike="noStrike">
                <a:solidFill>
                  <a:srgbClr val="FF0000"/>
                </a:solidFill>
                <a:effectLst/>
                <a:uFillTx/>
                <a:latin typeface="Power Geez Unicode1"/>
                <a:ea typeface="Calibri"/>
              </a:rPr>
              <a:t>. 12</a:t>
            </a:r>
            <a:r>
              <a:rPr lang="en-US" sz="3000" b="0" u="none" strike="noStrike">
                <a:solidFill>
                  <a:srgbClr val="FF0000"/>
                </a:solidFill>
                <a:effectLst/>
                <a:uFillTx/>
                <a:latin typeface="Power Geez Unicode1"/>
                <a:cs typeface="Calibri"/>
              </a:rPr>
              <a:t>፡</a:t>
            </a:r>
            <a:r>
              <a:rPr lang="en-US" sz="3000" b="0" u="none" strike="noStrike">
                <a:solidFill>
                  <a:srgbClr val="FF0000"/>
                </a:solidFill>
                <a:effectLst/>
                <a:uFillTx/>
                <a:latin typeface="Power Geez Unicode1"/>
                <a:ea typeface="Calibri"/>
              </a:rPr>
              <a:t>9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Perpetua"/>
            </a:endParaRPr>
          </a:p>
          <a:p>
            <a:pPr marL="272880" indent="-272880" algn="just">
              <a:lnSpc>
                <a:spcPct val="75000"/>
              </a:lnSpc>
              <a:spcAft>
                <a:spcPts val="1001"/>
              </a:spcAft>
              <a:buClr>
                <a:srgbClr val="D34817"/>
              </a:buClr>
              <a:buSzPct val="85000"/>
              <a:buFont typeface="Wingdings 2" charset="2"/>
              <a:buChar char="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Perpetua"/>
            </a:endParaRPr>
          </a:p>
          <a:p>
            <a:pPr marL="272880" indent="-272880">
              <a:lnSpc>
                <a:spcPct val="80000"/>
              </a:lnSpc>
              <a:spcBef>
                <a:spcPts val="575"/>
              </a:spcBef>
              <a:buClr>
                <a:srgbClr val="D34817"/>
              </a:buClr>
              <a:buSzPct val="85000"/>
              <a:buFont typeface="Wingdings 2" charset="2"/>
              <a:buChar char="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Perpetu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914400" y="2743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91440" anchor="b">
            <a:noAutofit/>
          </a:bodyPr>
          <a:p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000" b="0" u="none" strike="noStrike">
                <a:solidFill>
                  <a:srgbClr val="FF0000"/>
                </a:solidFill>
                <a:effectLst/>
                <a:uFillTx/>
                <a:latin typeface="Franklin Gothic Book"/>
              </a:rPr>
              <a:t>3. </a:t>
            </a:r>
            <a:r>
              <a:rPr lang="en-US" sz="4000" b="0" u="none" strike="noStrike">
                <a:solidFill>
                  <a:srgbClr val="FF0000"/>
                </a:solidFill>
                <a:effectLst/>
                <a:uFillTx/>
                <a:latin typeface="Franklin Gothic Book"/>
              </a:rPr>
              <a:t>ከመስበኩ በፊት ቅድመ ዝግጅት ማድረግ</a:t>
            </a:r>
            <a:endParaRPr lang="en-US" sz="4000" b="0" u="none" strike="noStrike">
              <a:solidFill>
                <a:srgbClr val="696464"/>
              </a:solidFill>
              <a:effectLst/>
              <a:uFillTx/>
              <a:latin typeface="Franklin Gothic Book"/>
            </a:endParaRPr>
          </a:p>
        </p:txBody>
      </p:sp>
      <p:sp>
        <p:nvSpPr>
          <p:cNvPr id="55" name="Slide Number Placeholder 3"/>
          <p:cNvSpPr/>
          <p:nvPr/>
        </p:nvSpPr>
        <p:spPr>
          <a:xfrm>
            <a:off x="146160" y="6210360"/>
            <a:ext cx="457200" cy="457200"/>
          </a:xfrm>
          <a:prstGeom prst="ellipse">
            <a:avLst/>
          </a:prstGeom>
          <a:solidFill>
            <a:srgbClr val="D3481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 anchorCtr="1">
            <a:no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4050067-72F2-431A-ACF2-4BD831C11782}" type="slidenum"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Franklin Gothic Book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"/>
          <p:cNvSpPr txBox="1"/>
          <p:nvPr/>
        </p:nvSpPr>
        <p:spPr>
          <a:xfrm>
            <a:off x="457200" y="1600200"/>
            <a:ext cx="8229600" cy="5029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272880" indent="-272880" algn="just">
              <a:lnSpc>
                <a:spcPct val="95000"/>
              </a:lnSpc>
              <a:spcAft>
                <a:spcPts val="1001"/>
              </a:spcAft>
              <a:buClr>
                <a:srgbClr val="D34817"/>
              </a:buClr>
              <a:buSzPct val="85000"/>
              <a:buFont typeface="Wingdings" charset="2"/>
              <a:buChar char="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Power Geez Unicode1"/>
                <a:ea typeface="Calibri"/>
              </a:rPr>
              <a:t> ሰባኪ መጋቢ ነው፡፡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Perpetua"/>
            </a:endParaRPr>
          </a:p>
          <a:p>
            <a:pPr marL="272880" indent="-272880" algn="just">
              <a:lnSpc>
                <a:spcPct val="95000"/>
              </a:lnSpc>
              <a:spcAft>
                <a:spcPts val="1001"/>
              </a:spcAft>
              <a:buClr>
                <a:srgbClr val="D34817"/>
              </a:buClr>
              <a:buSzPct val="85000"/>
              <a:buFont typeface="Wingdings" charset="2"/>
              <a:buChar char="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Power Geez Unicode1"/>
                <a:ea typeface="Calibri"/>
              </a:rPr>
              <a:t> ለዝግጅቱ በቂ ጊዜ በመስጠት መጻሕፍትን በማንበብ ማስታወሻ በመያዝ መዘጋጀት አለበት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Perpetua"/>
            </a:endParaRPr>
          </a:p>
          <a:p>
            <a:pPr marL="272880" indent="-272880" algn="just">
              <a:lnSpc>
                <a:spcPct val="95000"/>
              </a:lnSpc>
              <a:spcAft>
                <a:spcPts val="1001"/>
              </a:spcAft>
              <a:buClr>
                <a:srgbClr val="D34817"/>
              </a:buClr>
              <a:buSzPct val="85000"/>
              <a:buFont typeface="Wingdings 2" charset="2"/>
              <a:buChar char="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Perpetua"/>
            </a:endParaRPr>
          </a:p>
          <a:p>
            <a:pPr marL="272880" indent="-272880" algn="just">
              <a:lnSpc>
                <a:spcPct val="95000"/>
              </a:lnSpc>
              <a:spcAft>
                <a:spcPts val="1001"/>
              </a:spcAft>
              <a:buClr>
                <a:srgbClr val="D34817"/>
              </a:buClr>
              <a:buSzPct val="85000"/>
              <a:buFont typeface="Wingdings 2" charset="2"/>
              <a:buChar char="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Power Geez Unicode1"/>
                <a:cs typeface="Calibri"/>
              </a:rPr>
              <a:t>በሚገባ ተዘጋጀቶ በመሄድ በሚገባ ቦታ የሚገባውን መልእክት አስተላልፎ መምጣት አለበት እንጂ በችኮላ ሳይዘጋጅ በመሄድ ዘበራርቆ መምጣት የለበትም፡፡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Perpetua"/>
            </a:endParaRPr>
          </a:p>
          <a:p>
            <a:pPr marL="272880" indent="-272880">
              <a:lnSpc>
                <a:spcPct val="100000"/>
              </a:lnSpc>
              <a:spcBef>
                <a:spcPts val="575"/>
              </a:spcBef>
              <a:buClr>
                <a:srgbClr val="D34817"/>
              </a:buClr>
              <a:buSzPct val="85000"/>
              <a:buFont typeface="Wingdings 2" charset="2"/>
              <a:buChar char="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600" b="0" u="none" strike="noStrike">
              <a:solidFill>
                <a:srgbClr val="000000"/>
              </a:solidFill>
              <a:effectLst/>
              <a:uFillTx/>
              <a:latin typeface="Perpetu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457200" y="-154080"/>
            <a:ext cx="8229600" cy="6872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91440" anchor="b">
            <a:spAutoFit/>
          </a:bodyPr>
          <a:p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3600" b="0" u="none" strike="noStrike">
              <a:solidFill>
                <a:srgbClr val="696464"/>
              </a:solidFill>
              <a:effectLst/>
              <a:uFillTx/>
              <a:latin typeface="Franklin Gothic Book"/>
            </a:endParaRPr>
          </a:p>
        </p:txBody>
      </p:sp>
      <p:sp>
        <p:nvSpPr>
          <p:cNvPr id="58" name="Slide Number Placeholder 3"/>
          <p:cNvSpPr/>
          <p:nvPr/>
        </p:nvSpPr>
        <p:spPr>
          <a:xfrm>
            <a:off x="146160" y="6210360"/>
            <a:ext cx="457200" cy="457200"/>
          </a:xfrm>
          <a:prstGeom prst="ellipse">
            <a:avLst/>
          </a:prstGeom>
          <a:solidFill>
            <a:srgbClr val="D3481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 anchorCtr="1">
            <a:no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2F48C73E-C3A7-4377-8D1D-422B2846D1AC}" type="slidenum"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Franklin Gothic Book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"/>
          <p:cNvSpPr txBox="1"/>
          <p:nvPr/>
        </p:nvSpPr>
        <p:spPr>
          <a:xfrm>
            <a:off x="304920" y="609480"/>
            <a:ext cx="8610480" cy="60199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272880" indent="-272880" algn="just">
              <a:lnSpc>
                <a:spcPct val="115000"/>
              </a:lnSpc>
              <a:spcAft>
                <a:spcPts val="1001"/>
              </a:spcAft>
              <a:buClr>
                <a:srgbClr val="D34817"/>
              </a:buClr>
              <a:buSzPct val="85000"/>
              <a:buFont typeface="Wingdings" charset="2"/>
              <a:buChar char="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600" b="1" u="none" strike="noStrike">
                <a:solidFill>
                  <a:srgbClr val="000000"/>
                </a:solidFill>
                <a:effectLst/>
                <a:uFillTx/>
                <a:latin typeface="Power Geez Unicode1"/>
                <a:cs typeface="Calibri"/>
              </a:rPr>
              <a:t>ለማን እንደሚሰብክ ማወቅ አለበት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Perpetua"/>
            </a:endParaRPr>
          </a:p>
          <a:p>
            <a:pPr marL="272880" indent="-272880" algn="just">
              <a:lnSpc>
                <a:spcPct val="115000"/>
              </a:lnSpc>
              <a:spcAft>
                <a:spcPts val="100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Power Geez Unicode1"/>
                <a:cs typeface="Calibri"/>
              </a:rPr>
              <a:t>የስብከት በተለያዩ ቦታዎችና ለተለያዩ ሰዎች </a:t>
            </a:r>
            <a:r>
              <a:rPr lang="en-US" sz="2600" b="1" u="sng" strike="noStrike">
                <a:solidFill>
                  <a:srgbClr val="000000"/>
                </a:solidFill>
                <a:effectLst/>
                <a:uFillTx/>
                <a:latin typeface="Power Geez Unicode1"/>
                <a:cs typeface="Calibri"/>
              </a:rPr>
              <a:t>ለምሳሌ፡</a:t>
            </a:r>
            <a:r>
              <a:rPr lang="en-US" sz="2600" b="1" u="sng" strike="noStrike">
                <a:solidFill>
                  <a:srgbClr val="000000"/>
                </a:solidFill>
                <a:effectLst/>
                <a:uFillTx/>
                <a:latin typeface="Power Geez Unicode1"/>
                <a:ea typeface="Calibri"/>
              </a:rPr>
              <a:t>- 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Perpetua"/>
            </a:endParaRPr>
          </a:p>
          <a:p>
            <a:pPr marL="272880" indent="-272880" algn="just">
              <a:lnSpc>
                <a:spcPct val="115000"/>
              </a:lnSpc>
              <a:spcAft>
                <a:spcPts val="100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Power Geez Unicode1"/>
                <a:ea typeface="Calibri"/>
              </a:rPr>
              <a:t>	</a:t>
            </a: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Power Geez Unicode1"/>
                <a:cs typeface="Calibri"/>
              </a:rPr>
              <a:t>በሐዘን ቤት፣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Perpetua"/>
            </a:endParaRPr>
          </a:p>
          <a:p>
            <a:pPr marL="272880" indent="-272880" algn="just">
              <a:lnSpc>
                <a:spcPct val="115000"/>
              </a:lnSpc>
              <a:spcAft>
                <a:spcPts val="100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Power Geez Unicode1"/>
                <a:ea typeface="Calibri"/>
              </a:rPr>
              <a:t>	</a:t>
            </a: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Power Geez Unicode1"/>
                <a:cs typeface="Calibri"/>
              </a:rPr>
              <a:t>በሠርግ ቤት፣ 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Perpetua"/>
            </a:endParaRPr>
          </a:p>
          <a:p>
            <a:pPr marL="272880" indent="-272880" algn="just">
              <a:lnSpc>
                <a:spcPct val="115000"/>
              </a:lnSpc>
              <a:spcAft>
                <a:spcPts val="100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Power Geez Unicode1"/>
                <a:ea typeface="Calibri"/>
              </a:rPr>
              <a:t>	</a:t>
            </a: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Power Geez Unicode1"/>
                <a:cs typeface="Calibri"/>
              </a:rPr>
              <a:t>በእስር ቤት… 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Perpetua"/>
            </a:endParaRPr>
          </a:p>
          <a:p>
            <a:pPr marL="272880" indent="-272880" algn="just">
              <a:lnSpc>
                <a:spcPct val="115000"/>
              </a:lnSpc>
              <a:spcAft>
                <a:spcPts val="100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Power Geez Unicode1"/>
                <a:cs typeface="Calibri"/>
              </a:rPr>
              <a:t>ቦታውን፣ 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Perpetua"/>
            </a:endParaRPr>
          </a:p>
          <a:p>
            <a:pPr marL="272880" indent="-272880" algn="just">
              <a:lnSpc>
                <a:spcPct val="115000"/>
              </a:lnSpc>
              <a:spcAft>
                <a:spcPts val="100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Power Geez Unicode1"/>
                <a:cs typeface="Calibri"/>
              </a:rPr>
              <a:t>ሰዎቹ ያሉበትን ሁኔታ፣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Perpetua"/>
            </a:endParaRPr>
          </a:p>
          <a:p>
            <a:pPr marL="272880" indent="-272880" algn="just">
              <a:lnSpc>
                <a:spcPct val="115000"/>
              </a:lnSpc>
              <a:spcAft>
                <a:spcPts val="100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Power Geez Unicode1"/>
                <a:cs typeface="Calibri"/>
              </a:rPr>
              <a:t>የሰዎቹን የእውቀት ደረጃ፣ 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Perpetua"/>
            </a:endParaRPr>
          </a:p>
          <a:p>
            <a:pPr marL="272880" indent="-272880" algn="just">
              <a:lnSpc>
                <a:spcPct val="115000"/>
              </a:lnSpc>
              <a:spcAft>
                <a:spcPts val="100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Power Geez Unicode1"/>
                <a:cs typeface="Calibri"/>
              </a:rPr>
              <a:t>ባህልና እድሜ </a:t>
            </a: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Power Geez Unicode1"/>
                <a:ea typeface="Calibri"/>
              </a:rPr>
              <a:t>. . . 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Perpetua"/>
            </a:endParaRPr>
          </a:p>
          <a:p>
            <a:pPr marL="272880" indent="-272880" algn="just">
              <a:lnSpc>
                <a:spcPct val="115000"/>
              </a:lnSpc>
              <a:spcAft>
                <a:spcPts val="100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Power Geez Unicode1"/>
                <a:cs typeface="Calibri"/>
              </a:rPr>
              <a:t>ለይቶ ማወቅ አለበት፡፡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Perpetua"/>
            </a:endParaRPr>
          </a:p>
          <a:p>
            <a:pPr marL="272880" indent="-272880">
              <a:lnSpc>
                <a:spcPct val="100000"/>
              </a:lnSpc>
              <a:spcBef>
                <a:spcPts val="575"/>
              </a:spcBef>
              <a:buClr>
                <a:srgbClr val="D34817"/>
              </a:buClr>
              <a:buSzPct val="85000"/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600" b="0" u="none" strike="noStrike">
              <a:solidFill>
                <a:srgbClr val="000000"/>
              </a:solidFill>
              <a:effectLst/>
              <a:uFillTx/>
              <a:latin typeface="Perpetu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150480"/>
            <a:ext cx="8229600" cy="6872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91440" anchor="b">
            <a:spAutoFit/>
          </a:bodyPr>
          <a:p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3600" b="0" u="none" strike="noStrike">
              <a:solidFill>
                <a:srgbClr val="696464"/>
              </a:solidFill>
              <a:effectLst/>
              <a:uFillTx/>
              <a:latin typeface="Franklin Gothic Book"/>
            </a:endParaRPr>
          </a:p>
        </p:txBody>
      </p:sp>
      <p:sp>
        <p:nvSpPr>
          <p:cNvPr id="61" name="Slide Number Placeholder 3"/>
          <p:cNvSpPr/>
          <p:nvPr/>
        </p:nvSpPr>
        <p:spPr>
          <a:xfrm>
            <a:off x="146160" y="6210360"/>
            <a:ext cx="457200" cy="457200"/>
          </a:xfrm>
          <a:prstGeom prst="ellipse">
            <a:avLst/>
          </a:prstGeom>
          <a:solidFill>
            <a:srgbClr val="D3481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 anchorCtr="1">
            <a:no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50904CC0-CB06-4301-841C-A1CA207D8E66}" type="slidenum"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Franklin Gothic Book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"/>
          <p:cNvSpPr txBox="1"/>
          <p:nvPr/>
        </p:nvSpPr>
        <p:spPr>
          <a:xfrm>
            <a:off x="456840" y="1066680"/>
            <a:ext cx="8381880" cy="5059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2500" lnSpcReduction="9999"/>
          </a:bodyPr>
          <a:p>
            <a:pPr marL="272880" indent="-272880">
              <a:spcBef>
                <a:spcPts val="575"/>
              </a:spcBef>
              <a:buClr>
                <a:srgbClr val="D34817"/>
              </a:buClr>
              <a:buSzPct val="85000"/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000" b="0" u="none" strike="noStrike">
                <a:solidFill>
                  <a:srgbClr val="000000"/>
                </a:solidFill>
                <a:effectLst/>
                <a:uFillTx/>
                <a:latin typeface="Perpetua"/>
              </a:rPr>
              <a:t>“</a:t>
            </a:r>
            <a:r>
              <a:rPr lang="am-ET" sz="4000" b="0" u="none" strike="noStrike">
                <a:solidFill>
                  <a:srgbClr val="000000"/>
                </a:solidFill>
                <a:effectLst/>
                <a:uFillTx/>
                <a:latin typeface="Nyala"/>
              </a:rPr>
              <a:t>ኢየሱስም በምኩራቦቻቸው እያስተማረ፥ የመንግሥትንም ወንጌል እየሰበከ፥ በሕዝብም ያለውን ደዌና ሕማም ሁሉ እየፈወሰ፥ በከተማዎችና በመንደሮች ሁሉ ይዞር ነበር።</a:t>
            </a:r>
            <a:r>
              <a:rPr lang="en-US" sz="4000" b="0" u="none" strike="noStrike">
                <a:solidFill>
                  <a:srgbClr val="000000"/>
                </a:solidFill>
                <a:effectLst/>
                <a:uFillTx/>
                <a:latin typeface="Perpetua"/>
              </a:rPr>
              <a:t> </a:t>
            </a:r>
            <a:br>
              <a:rPr sz="4000"/>
            </a:br>
            <a:r>
              <a:rPr lang="en-US" sz="4000" b="0" u="none" strike="noStrike">
                <a:solidFill>
                  <a:srgbClr val="000000"/>
                </a:solidFill>
                <a:effectLst/>
                <a:uFillTx/>
                <a:latin typeface="Perpetua"/>
              </a:rPr>
              <a:t>“</a:t>
            </a:r>
            <a:r>
              <a:rPr lang="am-ET" sz="4000" b="0" u="none" strike="noStrike">
                <a:solidFill>
                  <a:srgbClr val="000000"/>
                </a:solidFill>
                <a:effectLst/>
                <a:uFillTx/>
                <a:latin typeface="Nyala"/>
              </a:rPr>
              <a:t>ብዙ ሕዝብም ባየ ጊዜ፥ እረኛ እንደ ሌላቸው በጎች ተጨንቀው ተጥለውም ነበርና አዘነላቸው።</a:t>
            </a:r>
            <a:r>
              <a:rPr lang="en-US" sz="4000" b="0" u="none" strike="noStrike">
                <a:solidFill>
                  <a:srgbClr val="000000"/>
                </a:solidFill>
                <a:effectLst/>
                <a:uFillTx/>
                <a:latin typeface="Perpetua"/>
              </a:rPr>
              <a:t>” 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Perpetua"/>
            </a:endParaRPr>
          </a:p>
          <a:p>
            <a:pPr marL="272880" indent="-272880" algn="ctr">
              <a:spcBef>
                <a:spcPts val="5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400" b="0" u="none" strike="noStrike">
                <a:solidFill>
                  <a:srgbClr val="FF0000"/>
                </a:solidFill>
                <a:effectLst/>
                <a:uFillTx/>
                <a:latin typeface="Perpetua"/>
              </a:rPr>
              <a:t>ማቴ</a:t>
            </a:r>
            <a:r>
              <a:rPr lang="en-US" sz="4400" b="0" u="none" strike="noStrike">
                <a:solidFill>
                  <a:srgbClr val="FF0000"/>
                </a:solidFill>
                <a:effectLst/>
                <a:uFillTx/>
                <a:latin typeface="Perpetua"/>
              </a:rPr>
              <a:t>. 9</a:t>
            </a:r>
            <a:r>
              <a:rPr lang="en-US" sz="4400" b="0" u="none" strike="noStrike">
                <a:solidFill>
                  <a:srgbClr val="FF0000"/>
                </a:solidFill>
                <a:effectLst/>
                <a:uFillTx/>
                <a:latin typeface="Perpetua"/>
              </a:rPr>
              <a:t>፡</a:t>
            </a:r>
            <a:r>
              <a:rPr lang="en-US" sz="4400" b="0" u="none" strike="noStrike">
                <a:solidFill>
                  <a:srgbClr val="FF0000"/>
                </a:solidFill>
                <a:effectLst/>
                <a:uFillTx/>
                <a:latin typeface="Perpetua"/>
              </a:rPr>
              <a:t>35-36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Perpetua"/>
            </a:endParaRPr>
          </a:p>
          <a:p>
            <a:pPr marL="272880" indent="-272880">
              <a:spcBef>
                <a:spcPts val="575"/>
              </a:spcBef>
              <a:buClr>
                <a:srgbClr val="D34817"/>
              </a:buClr>
              <a:buSzPct val="85000"/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Perpetu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914400" y="2743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91440" anchor="b">
            <a:noAutofit/>
          </a:bodyPr>
          <a:p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6600" b="0" u="none" strike="noStrike">
                <a:solidFill>
                  <a:srgbClr val="FF0000"/>
                </a:solidFill>
                <a:effectLst/>
                <a:uFillTx/>
                <a:latin typeface="Franklin Gothic Book"/>
                <a:ea typeface="Calibri"/>
              </a:rPr>
              <a:t>4. </a:t>
            </a:r>
            <a:r>
              <a:rPr lang="en-US" sz="6600" b="0" u="none" strike="noStrike">
                <a:solidFill>
                  <a:srgbClr val="FF0000"/>
                </a:solidFill>
                <a:effectLst/>
                <a:uFillTx/>
                <a:latin typeface="Franklin Gothic Book"/>
                <a:cs typeface="Calibri"/>
              </a:rPr>
              <a:t>ቀናዒነት</a:t>
            </a:r>
            <a:endParaRPr lang="en-US" sz="6600" b="0" u="none" strike="noStrike">
              <a:solidFill>
                <a:srgbClr val="696464"/>
              </a:solidFill>
              <a:effectLst/>
              <a:uFillTx/>
              <a:latin typeface="Franklin Gothic Book"/>
            </a:endParaRPr>
          </a:p>
        </p:txBody>
      </p:sp>
      <p:sp>
        <p:nvSpPr>
          <p:cNvPr id="64" name="Slide Number Placeholder 3"/>
          <p:cNvSpPr/>
          <p:nvPr/>
        </p:nvSpPr>
        <p:spPr>
          <a:xfrm>
            <a:off x="146160" y="6210360"/>
            <a:ext cx="457200" cy="457200"/>
          </a:xfrm>
          <a:prstGeom prst="ellipse">
            <a:avLst/>
          </a:prstGeom>
          <a:solidFill>
            <a:srgbClr val="D3481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 anchorCtr="1">
            <a:no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F94C0EC1-CBA2-42D0-B8C6-2DCF5B432BD4}" type="slidenum"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Franklin Gothic Book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"/>
          <p:cNvSpPr txBox="1"/>
          <p:nvPr/>
        </p:nvSpPr>
        <p:spPr>
          <a:xfrm>
            <a:off x="914400" y="1447920"/>
            <a:ext cx="7772400" cy="4572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272880" indent="-272880">
              <a:lnSpc>
                <a:spcPct val="90000"/>
              </a:lnSpc>
              <a:spcBef>
                <a:spcPts val="575"/>
              </a:spcBef>
              <a:buClr>
                <a:srgbClr val="D34817"/>
              </a:buClr>
              <a:buSzPct val="85000"/>
              <a:buFont typeface="Wingdings 2" charset="2"/>
              <a:buChar char="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Power Geez Unicode1"/>
                <a:cs typeface="Calibri"/>
              </a:rPr>
              <a:t>የክርስቶስ ወንጌል ለሁሉም ይዳረስ ዘንድ ሁሉም ይድኑ ዘንድ በትጋናት በቅናት ሌትና ቀን ደከመኝ ሰለቸኝ ሳይል መጋደል አለበት፡፡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Perpetua"/>
            </a:endParaRPr>
          </a:p>
          <a:p>
            <a:pPr marL="272880" indent="-272880">
              <a:lnSpc>
                <a:spcPct val="90000"/>
              </a:lnSpc>
              <a:spcBef>
                <a:spcPts val="5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600" b="0" u="none" strike="noStrike">
              <a:solidFill>
                <a:srgbClr val="000000"/>
              </a:solidFill>
              <a:effectLst/>
              <a:uFillTx/>
              <a:latin typeface="Perpetua"/>
            </a:endParaRPr>
          </a:p>
          <a:p>
            <a:pPr marL="272880" indent="-272880">
              <a:lnSpc>
                <a:spcPct val="90000"/>
              </a:lnSpc>
              <a:spcBef>
                <a:spcPts val="5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Power Geez Unicode1"/>
                <a:ea typeface="Calibri"/>
              </a:rPr>
              <a:t>   “</a:t>
            </a:r>
            <a:r>
              <a:rPr lang="am-ET" sz="2600" b="0" u="none" strike="noStrike">
                <a:solidFill>
                  <a:srgbClr val="000000"/>
                </a:solidFill>
                <a:effectLst/>
                <a:uFillTx/>
                <a:latin typeface="Power Geez Unicode1"/>
                <a:cs typeface="Calibri"/>
              </a:rPr>
              <a:t>የቀረውንም ነገር ሳልቆጥር፥ ዕለት ዕለት </a:t>
            </a: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Power Geez Unicode1"/>
                <a:ea typeface="Calibri"/>
              </a:rPr>
              <a:t>	</a:t>
            </a:r>
            <a:r>
              <a:rPr lang="am-ET" sz="2600" b="0" u="none" strike="noStrike">
                <a:solidFill>
                  <a:srgbClr val="000000"/>
                </a:solidFill>
                <a:effectLst/>
                <a:uFillTx/>
                <a:latin typeface="Power Geez Unicode1"/>
                <a:cs typeface="Calibri"/>
              </a:rPr>
              <a:t>የሚከብድብኝ </a:t>
            </a: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Power Geez Unicode1"/>
                <a:ea typeface="Calibri"/>
              </a:rPr>
              <a:t> </a:t>
            </a: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Power Geez Unicode1"/>
                <a:ea typeface="Calibri"/>
              </a:rPr>
              <a:t>	</a:t>
            </a:r>
            <a:r>
              <a:rPr lang="am-ET" sz="2600" b="0" u="none" strike="noStrike">
                <a:solidFill>
                  <a:srgbClr val="000000"/>
                </a:solidFill>
                <a:effectLst/>
                <a:uFillTx/>
                <a:latin typeface="Power Geez Unicode1"/>
                <a:cs typeface="Calibri"/>
              </a:rPr>
              <a:t>የአብያተ </a:t>
            </a: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Power Geez Unicode1"/>
                <a:ea typeface="Calibri"/>
              </a:rPr>
              <a:t>	</a:t>
            </a:r>
            <a:r>
              <a:rPr lang="am-ET" sz="2600" b="0" u="none" strike="noStrike">
                <a:solidFill>
                  <a:srgbClr val="000000"/>
                </a:solidFill>
                <a:effectLst/>
                <a:uFillTx/>
                <a:latin typeface="Power Geez Unicode1"/>
                <a:cs typeface="Calibri"/>
              </a:rPr>
              <a:t>ክርስቲያናት </a:t>
            </a: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Power Geez Unicode1"/>
                <a:ea typeface="Calibri"/>
              </a:rPr>
              <a:t>  </a:t>
            </a: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Power Geez Unicode1"/>
                <a:ea typeface="Calibri"/>
              </a:rPr>
              <a:t>	</a:t>
            </a:r>
            <a:r>
              <a:rPr lang="am-ET" sz="2600" b="0" u="none" strike="noStrike">
                <a:solidFill>
                  <a:srgbClr val="000000"/>
                </a:solidFill>
                <a:effectLst/>
                <a:uFillTx/>
                <a:latin typeface="Power Geez Unicode1"/>
                <a:cs typeface="Calibri"/>
              </a:rPr>
              <a:t>ሁሉ አሳብ ነው።</a:t>
            </a: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Power Geez Unicode1"/>
                <a:ea typeface="Calibri"/>
              </a:rPr>
              <a:t>”</a:t>
            </a:r>
            <a:r>
              <a:rPr lang="am-ET" sz="2600" b="0" u="none" strike="noStrike">
                <a:solidFill>
                  <a:srgbClr val="000000"/>
                </a:solidFill>
                <a:effectLst/>
                <a:uFillTx/>
                <a:latin typeface="Nyala"/>
                <a:ea typeface="Calibri"/>
              </a:rPr>
              <a:t> 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Perpetua"/>
            </a:endParaRPr>
          </a:p>
          <a:p>
            <a:pPr marL="272880" indent="-272880">
              <a:lnSpc>
                <a:spcPct val="90000"/>
              </a:lnSpc>
              <a:spcBef>
                <a:spcPts val="5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Perpetua"/>
                <a:ea typeface="Calibri"/>
              </a:rPr>
              <a:t>	</a:t>
            </a: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Perpetua"/>
                <a:ea typeface="Calibri"/>
              </a:rPr>
              <a:t>	</a:t>
            </a: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Perpetua"/>
                <a:ea typeface="Calibri"/>
              </a:rPr>
              <a:t>	</a:t>
            </a: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Perpetua"/>
                <a:ea typeface="Calibri"/>
              </a:rPr>
              <a:t>	</a:t>
            </a:r>
            <a:r>
              <a:rPr lang="am-ET" sz="2600" b="0" u="none" strike="noStrike">
                <a:solidFill>
                  <a:srgbClr val="000000"/>
                </a:solidFill>
                <a:effectLst/>
                <a:uFillTx/>
                <a:latin typeface="Nyala"/>
                <a:ea typeface="Calibri"/>
              </a:rPr>
              <a:t>2</a:t>
            </a:r>
            <a:r>
              <a:rPr lang="am-ET" sz="2600" b="0" u="none" strike="noStrike">
                <a:solidFill>
                  <a:srgbClr val="000000"/>
                </a:solidFill>
                <a:effectLst/>
                <a:uFillTx/>
                <a:latin typeface="Nyala"/>
                <a:cs typeface="Calibri"/>
              </a:rPr>
              <a:t>ኛ ወደ ቆሮ</a:t>
            </a: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Perpetua"/>
                <a:ea typeface="Calibri"/>
              </a:rPr>
              <a:t> </a:t>
            </a:r>
            <a:r>
              <a:rPr lang="am-ET" sz="2600" b="0" u="sng" strike="noStrike">
                <a:solidFill>
                  <a:srgbClr val="CC9900"/>
                </a:solidFill>
                <a:effectLst/>
                <a:uFillTx/>
                <a:latin typeface="Nyala"/>
                <a:ea typeface="Calibri"/>
                <a:hlinkClick r:id="rId1"/>
              </a:rPr>
              <a:t>11</a:t>
            </a:r>
            <a:r>
              <a:rPr lang="am-ET" sz="2600" b="0" u="none" strike="noStrike">
                <a:solidFill>
                  <a:srgbClr val="000000"/>
                </a:solidFill>
                <a:effectLst/>
                <a:uFillTx/>
                <a:latin typeface="Nyala"/>
                <a:cs typeface="Calibri"/>
              </a:rPr>
              <a:t>፥</a:t>
            </a:r>
            <a:r>
              <a:rPr lang="am-ET" sz="2600" b="0" u="sng" strike="noStrike">
                <a:solidFill>
                  <a:srgbClr val="CC9900"/>
                </a:solidFill>
                <a:effectLst/>
                <a:uFillTx/>
                <a:latin typeface="Nyala"/>
                <a:ea typeface="Calibri"/>
                <a:hlinkClick r:id="rId2"/>
              </a:rPr>
              <a:t>28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Perpetua"/>
            </a:endParaRPr>
          </a:p>
          <a:p>
            <a:pPr marL="272880" indent="-272880">
              <a:lnSpc>
                <a:spcPct val="100000"/>
              </a:lnSpc>
              <a:spcBef>
                <a:spcPts val="575"/>
              </a:spcBef>
              <a:buClr>
                <a:srgbClr val="D34817"/>
              </a:buClr>
              <a:buSzPct val="85000"/>
              <a:buFont typeface="Wingdings 2" charset="2"/>
              <a:buChar char="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600" b="0" u="none" strike="noStrike">
              <a:solidFill>
                <a:srgbClr val="000000"/>
              </a:solidFill>
              <a:effectLst/>
              <a:uFillTx/>
              <a:latin typeface="Perpetu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305920" cy="1143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91440" anchor="b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000" b="0" u="none" strike="noStrike">
                <a:solidFill>
                  <a:srgbClr val="FF0000"/>
                </a:solidFill>
                <a:effectLst/>
                <a:uFillTx/>
                <a:latin typeface="Times New Roman"/>
                <a:ea typeface="Calibri"/>
              </a:rPr>
              <a:t>5.</a:t>
            </a:r>
            <a:r>
              <a:rPr lang="en-US" sz="4000" b="0" u="none" strike="noStrike">
                <a:solidFill>
                  <a:srgbClr val="FF0000"/>
                </a:solidFill>
                <a:effectLst/>
                <a:uFillTx/>
                <a:latin typeface="Power Geez Unicode1"/>
                <a:ea typeface="Calibri"/>
              </a:rPr>
              <a:t> </a:t>
            </a:r>
            <a:r>
              <a:rPr lang="en-US" sz="4000" b="0" u="none" strike="noStrike">
                <a:solidFill>
                  <a:srgbClr val="FF0000"/>
                </a:solidFill>
                <a:effectLst/>
                <a:uFillTx/>
                <a:latin typeface="Power Geez Unicode1"/>
                <a:cs typeface="Calibri"/>
              </a:rPr>
              <a:t>የማይፈራና የማያፍር መሆን</a:t>
            </a:r>
            <a:endParaRPr lang="en-US" sz="4000" b="0" u="none" strike="noStrike">
              <a:solidFill>
                <a:srgbClr val="696464"/>
              </a:solidFill>
              <a:effectLst/>
              <a:uFillTx/>
              <a:latin typeface="Franklin Gothic Book"/>
            </a:endParaRPr>
          </a:p>
        </p:txBody>
      </p:sp>
      <p:sp>
        <p:nvSpPr>
          <p:cNvPr id="67" name="Slide Number Placeholder 3"/>
          <p:cNvSpPr/>
          <p:nvPr/>
        </p:nvSpPr>
        <p:spPr>
          <a:xfrm>
            <a:off x="146160" y="6210360"/>
            <a:ext cx="457200" cy="457200"/>
          </a:xfrm>
          <a:prstGeom prst="ellipse">
            <a:avLst/>
          </a:prstGeom>
          <a:solidFill>
            <a:srgbClr val="D3481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 anchorCtr="1">
            <a:no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2F71FCEA-9B5A-4892-A2F0-F7546F5E5047}" type="slidenum"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Franklin Gothic Book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"/>
          <p:cNvSpPr txBox="1"/>
          <p:nvPr/>
        </p:nvSpPr>
        <p:spPr>
          <a:xfrm>
            <a:off x="228600" y="1523880"/>
            <a:ext cx="8610480" cy="51055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271440" indent="-271440" algn="just">
              <a:lnSpc>
                <a:spcPct val="105000"/>
              </a:lnSpc>
              <a:spcAft>
                <a:spcPts val="1001"/>
              </a:spcAft>
              <a:buClr>
                <a:srgbClr val="D34817"/>
              </a:buClr>
              <a:buSzPct val="85000"/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Power Geez Unicode1"/>
                <a:ea typeface="Calibri"/>
              </a:rPr>
              <a:t>“በወንጌል አላፍርም” ሮሜ 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1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Nyala"/>
                <a:cs typeface="Calibri"/>
              </a:rPr>
              <a:t>፡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16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Perpetua"/>
            </a:endParaRPr>
          </a:p>
          <a:p>
            <a:pPr marL="271440" indent="-271440" algn="just">
              <a:lnSpc>
                <a:spcPct val="105000"/>
              </a:lnSpc>
              <a:spcAft>
                <a:spcPts val="1001"/>
              </a:spcAft>
              <a:buClr>
                <a:srgbClr val="D34817"/>
              </a:buClr>
              <a:buSzPct val="85000"/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Power Geez Unicode1"/>
                <a:cs typeface="Calibri"/>
              </a:rPr>
              <a:t>ሰው ምን ይለኝ ይሆን በማለት ሳይጨናነቅ ጥበብ በተሞላበት በሁኔታ የእግዚአብሔርን ቃል በሚገባ ማስተላለፍ አለበት፡፡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Perpetua"/>
            </a:endParaRPr>
          </a:p>
          <a:p>
            <a:pPr marL="271440" indent="-271440" algn="just">
              <a:lnSpc>
                <a:spcPct val="105000"/>
              </a:lnSpc>
              <a:spcAft>
                <a:spcPts val="1001"/>
              </a:spcAft>
              <a:buClr>
                <a:srgbClr val="D34817"/>
              </a:buClr>
              <a:buSzPct val="85000"/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Power Geez Unicode1"/>
                <a:ea typeface="Calibri"/>
              </a:rPr>
              <a:t>“</a:t>
            </a:r>
            <a:r>
              <a:rPr lang="am-ET" sz="3200" b="0" u="none" strike="noStrike">
                <a:solidFill>
                  <a:srgbClr val="000000"/>
                </a:solidFill>
                <a:effectLst/>
                <a:uFillTx/>
                <a:latin typeface="Power Geez Unicode1"/>
                <a:cs typeface="Calibri"/>
              </a:rPr>
              <a:t>ነገር ግን የሠራዊት ጌታ እግዚአብሔርን ቀድሱት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Power Geez Unicode1"/>
                <a:cs typeface="Calibri"/>
              </a:rPr>
              <a:t>፣</a:t>
            </a:r>
            <a:r>
              <a:rPr lang="am-ET" sz="3200" b="0" u="none" strike="noStrike">
                <a:solidFill>
                  <a:srgbClr val="000000"/>
                </a:solidFill>
                <a:effectLst/>
                <a:uFillTx/>
                <a:latin typeface="Power Geez Unicode1"/>
                <a:ea typeface="Calibri"/>
              </a:rPr>
              <a:t> የሚያስፈራችሁና የሚያስደነግጣችሁም እርሱ ይሁን።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Power Geez Unicode1"/>
                <a:ea typeface="Calibri"/>
              </a:rPr>
              <a:t>” </a:t>
            </a:r>
            <a:r>
              <a:rPr lang="en-US" sz="3200" b="0" u="none" strike="noStrike">
                <a:solidFill>
                  <a:srgbClr val="FF0000"/>
                </a:solidFill>
                <a:effectLst/>
                <a:uFillTx/>
                <a:latin typeface="Power Geez Unicode1"/>
              </a:rPr>
              <a:t>ኢሳ </a:t>
            </a:r>
            <a:r>
              <a:rPr lang="en-US" sz="3200" b="0" u="none" strike="noStrike">
                <a:solidFill>
                  <a:srgbClr val="FF0000"/>
                </a:solidFill>
                <a:effectLst/>
                <a:uFillTx/>
                <a:latin typeface="Times New Roman"/>
                <a:ea typeface="Times New Roman"/>
              </a:rPr>
              <a:t>8</a:t>
            </a:r>
            <a:r>
              <a:rPr lang="en-US" sz="3200" b="0" u="none" strike="noStrike">
                <a:solidFill>
                  <a:srgbClr val="FF0000"/>
                </a:solidFill>
                <a:effectLst/>
                <a:uFillTx/>
                <a:latin typeface="Times New Roman"/>
                <a:cs typeface="Times New Roman"/>
              </a:rPr>
              <a:t>፡</a:t>
            </a:r>
            <a:r>
              <a:rPr lang="en-US" sz="3200" b="0" u="none" strike="noStrike">
                <a:solidFill>
                  <a:srgbClr val="FF0000"/>
                </a:solidFill>
                <a:effectLst/>
                <a:uFillTx/>
                <a:latin typeface="Times New Roman"/>
                <a:ea typeface="Times New Roman"/>
              </a:rPr>
              <a:t>13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Perpetua"/>
            </a:endParaRPr>
          </a:p>
          <a:p>
            <a:pPr marL="271440" indent="-271440">
              <a:lnSpc>
                <a:spcPct val="100000"/>
              </a:lnSpc>
              <a:spcBef>
                <a:spcPts val="575"/>
              </a:spcBef>
              <a:buClr>
                <a:srgbClr val="D34817"/>
              </a:buClr>
              <a:buSzPct val="85000"/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Perpetu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914400" y="2743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91440" anchor="b">
            <a:noAutofit/>
          </a:bodyPr>
          <a:p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000" b="1" u="none" strike="noStrike">
                <a:solidFill>
                  <a:srgbClr val="FF0000"/>
                </a:solidFill>
                <a:effectLst/>
                <a:uFillTx/>
                <a:latin typeface="Franklin Gothic Book"/>
              </a:rPr>
              <a:t>6. </a:t>
            </a:r>
            <a:r>
              <a:rPr lang="en-US" sz="4000" b="1" u="none" strike="noStrike">
                <a:solidFill>
                  <a:srgbClr val="FF0000"/>
                </a:solidFill>
                <a:effectLst/>
                <a:uFillTx/>
                <a:latin typeface="Franklin Gothic Book"/>
              </a:rPr>
              <a:t>አለባበስ</a:t>
            </a:r>
            <a:endParaRPr lang="en-US" sz="4000" b="0" u="none" strike="noStrike">
              <a:solidFill>
                <a:srgbClr val="696464"/>
              </a:solidFill>
              <a:effectLst/>
              <a:uFillTx/>
              <a:latin typeface="Franklin Gothic Book"/>
            </a:endParaRPr>
          </a:p>
        </p:txBody>
      </p:sp>
      <p:sp>
        <p:nvSpPr>
          <p:cNvPr id="70" name="Slide Number Placeholder 3"/>
          <p:cNvSpPr/>
          <p:nvPr/>
        </p:nvSpPr>
        <p:spPr>
          <a:xfrm>
            <a:off x="146160" y="6210360"/>
            <a:ext cx="457200" cy="457200"/>
          </a:xfrm>
          <a:prstGeom prst="ellipse">
            <a:avLst/>
          </a:prstGeom>
          <a:solidFill>
            <a:srgbClr val="D3481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 anchorCtr="1">
            <a:no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49FFA3C0-06CF-43FE-98BD-626CCFFEFC80}" type="slidenum"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Franklin Gothic Book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"/>
          <p:cNvSpPr txBox="1"/>
          <p:nvPr/>
        </p:nvSpPr>
        <p:spPr>
          <a:xfrm>
            <a:off x="304560" y="1599840"/>
            <a:ext cx="8381880" cy="48769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272880" indent="-272880" algn="just">
              <a:lnSpc>
                <a:spcPct val="115000"/>
              </a:lnSpc>
              <a:buClr>
                <a:srgbClr val="D34817"/>
              </a:buClr>
              <a:buSzPct val="85000"/>
              <a:buFont typeface="Wingdings" charset="2"/>
              <a:buChar char=""/>
              <a:tabLst>
                <a:tab pos="51444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Power Geez Unicode1"/>
                <a:ea typeface="Calibri"/>
              </a:rPr>
              <a:t> 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Power Geez Unicode1"/>
                <a:cs typeface="Calibri"/>
              </a:rPr>
              <a:t>አለባበሱ አርአያ ክህነትን የጠበቀ መሆን አለበት</a:t>
            </a:r>
            <a:r>
              <a:rPr lang="en-US" sz="2800" b="1" u="none" strike="noStrike">
                <a:solidFill>
                  <a:srgbClr val="FF0000"/>
                </a:solidFill>
                <a:effectLst/>
                <a:uFillTx/>
                <a:latin typeface="Power Geez Unicode1"/>
                <a:cs typeface="Calibri"/>
              </a:rPr>
              <a:t>፡፡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Perpetua"/>
            </a:endParaRPr>
          </a:p>
          <a:p>
            <a:pPr marL="272880" indent="-272880" algn="just">
              <a:lnSpc>
                <a:spcPct val="115000"/>
              </a:lnSpc>
              <a:tabLst>
                <a:tab pos="0" algn="l"/>
                <a:tab pos="51444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Perpetua"/>
            </a:endParaRPr>
          </a:p>
          <a:p>
            <a:pPr marL="272880" indent="-272880" algn="just">
              <a:lnSpc>
                <a:spcPct val="115000"/>
              </a:lnSpc>
              <a:buClr>
                <a:srgbClr val="D34817"/>
              </a:buClr>
              <a:buSzPct val="85000"/>
              <a:buFont typeface="Wingdings" charset="2"/>
              <a:buChar char=""/>
              <a:tabLst>
                <a:tab pos="51444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Power Geez Unicode1"/>
                <a:ea typeface="Calibri"/>
              </a:rPr>
              <a:t> ንጽሕናውን የመጠበቅና አግባብ ያለው አለባበስ መሆን አለበት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Perpetua"/>
            </a:endParaRPr>
          </a:p>
          <a:p>
            <a:pPr marL="272880" indent="-272880" algn="just">
              <a:lnSpc>
                <a:spcPct val="115000"/>
              </a:lnSpc>
              <a:tabLst>
                <a:tab pos="0" algn="l"/>
                <a:tab pos="51444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Power Geez Unicode1"/>
                <a:ea typeface="Calibri"/>
              </a:rPr>
              <a:t> 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Perpetua"/>
            </a:endParaRPr>
          </a:p>
          <a:p>
            <a:pPr marL="272880" indent="-272880" algn="just">
              <a:lnSpc>
                <a:spcPct val="115000"/>
              </a:lnSpc>
              <a:spcAft>
                <a:spcPts val="1001"/>
              </a:spcAft>
              <a:buClr>
                <a:srgbClr val="D34817"/>
              </a:buClr>
              <a:buSzPct val="85000"/>
              <a:buFont typeface="Wingdings" charset="2"/>
              <a:buChar char=""/>
              <a:tabLst>
                <a:tab pos="51444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Power Geez Unicode1"/>
                <a:ea typeface="Calibri"/>
              </a:rPr>
              <a:t> በጣም ከደረጃዉ የወረደ ወይም በጣም ዘመናዊ የሆነ ልብስ መልበስ የለበትም፡፡ 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Perpetua"/>
            </a:endParaRPr>
          </a:p>
          <a:p>
            <a:pPr marL="272880" indent="-272880">
              <a:lnSpc>
                <a:spcPct val="100000"/>
              </a:lnSpc>
              <a:spcBef>
                <a:spcPts val="575"/>
              </a:spcBef>
              <a:buClr>
                <a:srgbClr val="D34817"/>
              </a:buClr>
              <a:buSzPct val="85000"/>
              <a:buFont typeface="Arial"/>
              <a:buChar char="•"/>
              <a:tabLst>
                <a:tab pos="51444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800" b="0" u="none" strike="noStrike">
              <a:solidFill>
                <a:srgbClr val="000000"/>
              </a:solidFill>
              <a:effectLst/>
              <a:uFillTx/>
              <a:latin typeface="Perpetu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914400" y="2743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91440" anchor="b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600" b="1" u="none" strike="noStrike">
                <a:solidFill>
                  <a:srgbClr val="FF0000"/>
                </a:solidFill>
                <a:effectLst/>
                <a:uFillTx/>
                <a:latin typeface="Power Geez Unicode1"/>
                <a:ea typeface="Calibri"/>
              </a:rPr>
              <a:t>7. </a:t>
            </a:r>
            <a:r>
              <a:rPr lang="en-US" sz="3600" b="1" u="none" strike="noStrike">
                <a:solidFill>
                  <a:srgbClr val="FF0000"/>
                </a:solidFill>
                <a:effectLst/>
                <a:uFillTx/>
                <a:latin typeface="Power Geez Unicode1"/>
                <a:cs typeface="Calibri"/>
              </a:rPr>
              <a:t>ንግግሩ ኦርቶዶክሳዊ ላህይ ያለው መሆን አለበት፡፡</a:t>
            </a:r>
            <a:endParaRPr lang="en-US" sz="3600" b="0" u="none" strike="noStrike">
              <a:solidFill>
                <a:srgbClr val="696464"/>
              </a:solidFill>
              <a:effectLst/>
              <a:uFillTx/>
              <a:latin typeface="Franklin Gothic Book"/>
            </a:endParaRPr>
          </a:p>
        </p:txBody>
      </p:sp>
      <p:sp>
        <p:nvSpPr>
          <p:cNvPr id="73" name="Slide Number Placeholder 3"/>
          <p:cNvSpPr/>
          <p:nvPr/>
        </p:nvSpPr>
        <p:spPr>
          <a:xfrm>
            <a:off x="146160" y="6210360"/>
            <a:ext cx="457200" cy="457200"/>
          </a:xfrm>
          <a:prstGeom prst="ellipse">
            <a:avLst/>
          </a:prstGeom>
          <a:solidFill>
            <a:srgbClr val="D3481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 anchorCtr="1">
            <a:no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130AA866-4E33-4B38-B0CE-B25B9C3366B6}" type="slidenum"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Franklin Gothic Book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"/>
          <p:cNvSpPr txBox="1"/>
          <p:nvPr/>
        </p:nvSpPr>
        <p:spPr>
          <a:xfrm>
            <a:off x="457200" y="1600200"/>
            <a:ext cx="8229600" cy="49528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272880" indent="-272880" algn="just">
              <a:lnSpc>
                <a:spcPct val="115000"/>
              </a:lnSpc>
              <a:buClr>
                <a:srgbClr val="D34817"/>
              </a:buClr>
              <a:buSzPct val="85000"/>
              <a:buFont typeface="Wingdings" charset="2"/>
              <a:buChar char="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Power Geez Unicode1"/>
                <a:ea typeface="Calibri"/>
              </a:rPr>
              <a:t> ሰባኪው የቤተ ክርስቲያን መቃን የመታው የቤተ ክርስቲያንን ቋንቋ በሚገባ የሚያውቅ መሆን አለበት፡፡ 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Perpetua"/>
            </a:endParaRPr>
          </a:p>
          <a:p>
            <a:pPr marL="272880" indent="-272880" algn="just">
              <a:lnSpc>
                <a:spcPct val="115000"/>
              </a:lnSpc>
              <a:buClr>
                <a:srgbClr val="D34817"/>
              </a:buClr>
              <a:buSzPct val="85000"/>
              <a:buFont typeface="Wingdings" charset="2"/>
              <a:buChar char="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Power Geez Unicode1"/>
                <a:ea typeface="Calibri"/>
              </a:rPr>
              <a:t> 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Power Geez Unicode1"/>
                <a:cs typeface="Calibri"/>
              </a:rPr>
              <a:t>ጸያፍ የሆኑና ኦርቶዶክሳዊ ያልሆኑ ቃላትን መጠቀም የለበትም፡፡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Perpetua"/>
            </a:endParaRPr>
          </a:p>
          <a:p>
            <a:pPr marL="272880" indent="-272880" algn="just">
              <a:lnSpc>
                <a:spcPct val="115000"/>
              </a:lnSpc>
              <a:spcAft>
                <a:spcPts val="1001"/>
              </a:spcAft>
              <a:buClr>
                <a:srgbClr val="D34817"/>
              </a:buClr>
              <a:buSzPct val="85000"/>
              <a:buFont typeface="Wingdings" charset="2"/>
              <a:buChar char="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600" b="0" u="none" strike="noStrike">
                <a:solidFill>
                  <a:srgbClr val="000000"/>
                </a:solidFill>
                <a:effectLst/>
                <a:uFillTx/>
                <a:latin typeface="Power Geez Unicode1"/>
                <a:ea typeface="Calibri"/>
              </a:rPr>
              <a:t> የማይመጥኑ ወይም ለአድማጩ ከባድ የሆኑ ቃላትን መጠቀም የለበትም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Perpetua"/>
            </a:endParaRPr>
          </a:p>
          <a:p>
            <a:pPr marL="272880" indent="-272880">
              <a:lnSpc>
                <a:spcPct val="100000"/>
              </a:lnSpc>
              <a:spcBef>
                <a:spcPts val="575"/>
              </a:spcBef>
              <a:buClr>
                <a:srgbClr val="D34817"/>
              </a:buClr>
              <a:buSzPct val="85000"/>
              <a:buFont typeface="Wingdings 2" charset="2"/>
              <a:buChar char="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3600" b="0" u="none" strike="noStrike">
              <a:solidFill>
                <a:srgbClr val="000000"/>
              </a:solidFill>
              <a:effectLst/>
              <a:uFillTx/>
              <a:latin typeface="Perpetu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152280"/>
            <a:ext cx="8229600" cy="914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91440" anchor="b">
            <a:no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600" b="1" u="none" strike="noStrike">
                <a:solidFill>
                  <a:srgbClr val="FF0000"/>
                </a:solidFill>
                <a:effectLst/>
                <a:uFillTx/>
                <a:latin typeface="Power Geez Unicode1"/>
                <a:ea typeface="Calibri"/>
              </a:rPr>
              <a:t>8. </a:t>
            </a:r>
            <a:r>
              <a:rPr lang="en-US" sz="3600" b="1" u="none" strike="noStrike">
                <a:solidFill>
                  <a:srgbClr val="FF0000"/>
                </a:solidFill>
                <a:effectLst/>
                <a:uFillTx/>
                <a:latin typeface="Power Geez Unicode1"/>
                <a:cs typeface="Calibri"/>
              </a:rPr>
              <a:t>ራሱን መስበክ የለበትም፡፡</a:t>
            </a:r>
            <a:endParaRPr lang="en-US" sz="3600" b="0" u="none" strike="noStrike">
              <a:solidFill>
                <a:srgbClr val="696464"/>
              </a:solidFill>
              <a:effectLst/>
              <a:uFillTx/>
              <a:latin typeface="Franklin Gothic Book"/>
            </a:endParaRPr>
          </a:p>
        </p:txBody>
      </p:sp>
      <p:sp>
        <p:nvSpPr>
          <p:cNvPr id="76" name="Slide Number Placeholder 3"/>
          <p:cNvSpPr/>
          <p:nvPr/>
        </p:nvSpPr>
        <p:spPr>
          <a:xfrm>
            <a:off x="146160" y="6210360"/>
            <a:ext cx="457200" cy="457200"/>
          </a:xfrm>
          <a:prstGeom prst="ellipse">
            <a:avLst/>
          </a:prstGeom>
          <a:solidFill>
            <a:srgbClr val="D3481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 anchorCtr="1">
            <a:no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649E2EFE-6DD7-4CD4-B4C6-3F7A142F4E53}" type="slidenum"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Franklin Gothic Book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"/>
          <p:cNvSpPr txBox="1"/>
          <p:nvPr/>
        </p:nvSpPr>
        <p:spPr>
          <a:xfrm>
            <a:off x="228600" y="1143000"/>
            <a:ext cx="8763120" cy="55627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lnSpcReduction="9999"/>
          </a:bodyPr>
          <a:p>
            <a:pPr marL="457200" indent="-457200" algn="just">
              <a:lnSpc>
                <a:spcPct val="75000"/>
              </a:lnSpc>
              <a:buClr>
                <a:srgbClr val="D34817"/>
              </a:buClr>
              <a:buSzPct val="85000"/>
              <a:buFont typeface="Wingdings 2" charset="2"/>
              <a:buChar char="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Visual Geez Unicode"/>
                <a:cs typeface="Times New Roman"/>
              </a:rPr>
              <a:t>ዮሐንስ መጥምቅ ለጠየቁት ሰዎች መልስ ሲሰጥ እንዲህ አለ፡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Visual Geez Unicode"/>
                <a:ea typeface="Times New Roman"/>
              </a:rPr>
              <a:t>-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Perpetua"/>
            </a:endParaRPr>
          </a:p>
          <a:p>
            <a:pPr marL="457200" indent="-457200">
              <a:lnSpc>
                <a:spcPct val="80000"/>
              </a:lnSpc>
              <a:spcBef>
                <a:spcPts val="575"/>
              </a:spcBef>
              <a:buClr>
                <a:srgbClr val="D34817"/>
              </a:buClr>
              <a:buSzPct val="85000"/>
              <a:buFont typeface="Wingdings 2" charset="2"/>
              <a:buChar char="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0" u="none" strike="noStrike">
                <a:solidFill>
                  <a:srgbClr val="000000"/>
                </a:solidFill>
                <a:effectLst/>
                <a:uFillTx/>
                <a:latin typeface="Perpetua"/>
              </a:rPr>
              <a:t>“</a:t>
            </a:r>
            <a:r>
              <a:rPr lang="am-ET" sz="3000" b="0" u="none" strike="noStrike">
                <a:solidFill>
                  <a:srgbClr val="000000"/>
                </a:solidFill>
                <a:effectLst/>
                <a:uFillTx/>
                <a:latin typeface="Nyala"/>
              </a:rPr>
              <a:t>እንኪያስ ማን ነህ</a:t>
            </a:r>
            <a:r>
              <a:rPr lang="am-ET" sz="3000" b="0" u="none" strike="noStrike">
                <a:solidFill>
                  <a:srgbClr val="000000"/>
                </a:solidFill>
                <a:effectLst/>
                <a:uFillTx/>
                <a:latin typeface="Nyala"/>
              </a:rPr>
              <a:t>? </a:t>
            </a:r>
            <a:r>
              <a:rPr lang="am-ET" sz="3000" b="0" u="none" strike="noStrike">
                <a:solidFill>
                  <a:srgbClr val="000000"/>
                </a:solidFill>
                <a:effectLst/>
                <a:uFillTx/>
                <a:latin typeface="Nyala"/>
              </a:rPr>
              <a:t>ኤልያስ ነህን</a:t>
            </a:r>
            <a:r>
              <a:rPr lang="am-ET" sz="3000" b="0" u="none" strike="noStrike">
                <a:solidFill>
                  <a:srgbClr val="000000"/>
                </a:solidFill>
                <a:effectLst/>
                <a:uFillTx/>
                <a:latin typeface="Nyala"/>
              </a:rPr>
              <a:t>? </a:t>
            </a:r>
            <a:r>
              <a:rPr lang="am-ET" sz="3000" b="0" u="none" strike="noStrike">
                <a:solidFill>
                  <a:srgbClr val="000000"/>
                </a:solidFill>
                <a:effectLst/>
                <a:uFillTx/>
                <a:latin typeface="Nyala"/>
              </a:rPr>
              <a:t>ብለው ጠየቁት</a:t>
            </a:r>
            <a:r>
              <a:rPr lang="en-US" sz="3000" b="0" u="none" strike="noStrike">
                <a:solidFill>
                  <a:srgbClr val="000000"/>
                </a:solidFill>
                <a:effectLst/>
                <a:uFillTx/>
                <a:latin typeface="Perpetua"/>
              </a:rPr>
              <a:t>፣</a:t>
            </a:r>
            <a:r>
              <a:rPr lang="am-ET" sz="3000" b="0" u="none" strike="noStrike">
                <a:solidFill>
                  <a:srgbClr val="000000"/>
                </a:solidFill>
                <a:effectLst/>
                <a:uFillTx/>
                <a:latin typeface="Nyala"/>
              </a:rPr>
              <a:t> አይደለሁም አለ። ነቢዩ ነህን</a:t>
            </a:r>
            <a:r>
              <a:rPr lang="am-ET" sz="3000" b="0" u="none" strike="noStrike">
                <a:solidFill>
                  <a:srgbClr val="000000"/>
                </a:solidFill>
                <a:effectLst/>
                <a:uFillTx/>
                <a:latin typeface="Nyala"/>
              </a:rPr>
              <a:t>? </a:t>
            </a:r>
            <a:r>
              <a:rPr lang="am-ET" sz="3000" b="0" u="none" strike="noStrike">
                <a:solidFill>
                  <a:srgbClr val="000000"/>
                </a:solidFill>
                <a:effectLst/>
                <a:uFillTx/>
                <a:latin typeface="Nyala"/>
              </a:rPr>
              <a:t>አይደለሁም ብሎ መለሰ።</a:t>
            </a:r>
            <a:r>
              <a:rPr lang="en-US" sz="3000" b="0" u="none" strike="noStrike">
                <a:solidFill>
                  <a:srgbClr val="000000"/>
                </a:solidFill>
                <a:effectLst/>
                <a:uFillTx/>
                <a:latin typeface="Perpetua"/>
              </a:rPr>
              <a:t> </a:t>
            </a:r>
            <a:r>
              <a:rPr lang="am-ET" sz="3000" b="0" u="none" strike="noStrike">
                <a:solidFill>
                  <a:srgbClr val="000000"/>
                </a:solidFill>
                <a:effectLst/>
                <a:uFillTx/>
                <a:latin typeface="Nyala"/>
              </a:rPr>
              <a:t>እንኪያስ ማን ነህ</a:t>
            </a:r>
            <a:r>
              <a:rPr lang="am-ET" sz="3000" b="0" u="none" strike="noStrike">
                <a:solidFill>
                  <a:srgbClr val="000000"/>
                </a:solidFill>
                <a:effectLst/>
                <a:uFillTx/>
                <a:latin typeface="Nyala"/>
              </a:rPr>
              <a:t>? </a:t>
            </a:r>
            <a:r>
              <a:rPr lang="am-ET" sz="3000" b="0" u="none" strike="noStrike">
                <a:solidFill>
                  <a:srgbClr val="000000"/>
                </a:solidFill>
                <a:effectLst/>
                <a:uFillTx/>
                <a:latin typeface="Nyala"/>
              </a:rPr>
              <a:t>ለላኩን መልስ እንድንሰጥ፤ ስለራስህ ምን ትላለህ</a:t>
            </a:r>
            <a:r>
              <a:rPr lang="am-ET" sz="3000" b="0" u="none" strike="noStrike">
                <a:solidFill>
                  <a:srgbClr val="000000"/>
                </a:solidFill>
                <a:effectLst/>
                <a:uFillTx/>
                <a:latin typeface="Nyala"/>
              </a:rPr>
              <a:t>? </a:t>
            </a:r>
            <a:r>
              <a:rPr lang="am-ET" sz="3000" b="0" u="none" strike="noStrike">
                <a:solidFill>
                  <a:srgbClr val="000000"/>
                </a:solidFill>
                <a:effectLst/>
                <a:uFillTx/>
                <a:latin typeface="Nyala"/>
              </a:rPr>
              <a:t>አሉት።</a:t>
            </a:r>
            <a:r>
              <a:rPr lang="en-US" sz="3000" b="0" u="none" strike="noStrike">
                <a:solidFill>
                  <a:srgbClr val="000000"/>
                </a:solidFill>
                <a:effectLst/>
                <a:uFillTx/>
                <a:latin typeface="Perpetua"/>
              </a:rPr>
              <a:t> </a:t>
            </a:r>
            <a:r>
              <a:rPr lang="en-US" sz="3000" b="0" u="none" strike="noStrike">
                <a:solidFill>
                  <a:srgbClr val="000000"/>
                </a:solidFill>
                <a:effectLst/>
                <a:uFillTx/>
                <a:latin typeface="Perpetua"/>
              </a:rPr>
              <a:t>. . .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Perpetua"/>
            </a:endParaRPr>
          </a:p>
          <a:p>
            <a:pPr marL="457200" indent="-457200">
              <a:lnSpc>
                <a:spcPct val="80000"/>
              </a:lnSpc>
              <a:spcBef>
                <a:spcPts val="575"/>
              </a:spcBef>
              <a:buClr>
                <a:srgbClr val="D34817"/>
              </a:buClr>
              <a:buSzPct val="85000"/>
              <a:buFont typeface="Wingdings 2" charset="2"/>
              <a:buChar char="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0" u="none" strike="noStrike">
                <a:solidFill>
                  <a:srgbClr val="000000"/>
                </a:solidFill>
                <a:effectLst/>
                <a:uFillTx/>
                <a:latin typeface="Perpetua"/>
              </a:rPr>
              <a:t>“</a:t>
            </a:r>
            <a:r>
              <a:rPr lang="am-ET" sz="3000" b="0" u="none" strike="noStrike">
                <a:solidFill>
                  <a:srgbClr val="000000"/>
                </a:solidFill>
                <a:effectLst/>
                <a:uFillTx/>
                <a:latin typeface="Nyala"/>
              </a:rPr>
              <a:t>ዮሐንስ መልሶ፦ እኔ በውኃ አጠምቃለሁ፤ ዳሩ ግን እናንተ የማታውቁት በመካከላችሁ ቆሞአል፤</a:t>
            </a:r>
            <a:r>
              <a:rPr lang="en-US" sz="3000" b="0" u="none" strike="noStrike">
                <a:solidFill>
                  <a:srgbClr val="000000"/>
                </a:solidFill>
                <a:effectLst/>
                <a:uFillTx/>
                <a:latin typeface="Perpetua"/>
              </a:rPr>
              <a:t> </a:t>
            </a:r>
            <a:r>
              <a:rPr lang="am-ET" sz="3000" b="0" u="none" strike="noStrike">
                <a:solidFill>
                  <a:srgbClr val="000000"/>
                </a:solidFill>
                <a:effectLst/>
                <a:uFillTx/>
                <a:latin typeface="Nyala"/>
              </a:rPr>
              <a:t>እኔ የጫማውን ጠፍር ልፈታ የማይገባኝ፥ ከእኔ በኋላ የሚመጣው ከእኔ ይልቅ የሚከብር ይህ ነው አላቸው።</a:t>
            </a:r>
            <a:r>
              <a:rPr lang="en-US" sz="3000" b="0" u="none" strike="noStrike">
                <a:solidFill>
                  <a:srgbClr val="000000"/>
                </a:solidFill>
                <a:effectLst/>
                <a:uFillTx/>
                <a:latin typeface="Perpetua"/>
              </a:rPr>
              <a:t>” </a:t>
            </a:r>
            <a:r>
              <a:rPr lang="en-US" sz="2600" b="1" u="none" strike="noStrike">
                <a:solidFill>
                  <a:srgbClr val="FF0000"/>
                </a:solidFill>
                <a:effectLst/>
                <a:uFillTx/>
                <a:latin typeface="Perpetua"/>
              </a:rPr>
              <a:t>ዮሐ</a:t>
            </a:r>
            <a:r>
              <a:rPr lang="en-US" sz="2600" b="1" u="none" strike="noStrike">
                <a:solidFill>
                  <a:srgbClr val="FF0000"/>
                </a:solidFill>
                <a:effectLst/>
                <a:uFillTx/>
                <a:latin typeface="Perpetua"/>
              </a:rPr>
              <a:t>. 1</a:t>
            </a:r>
            <a:r>
              <a:rPr lang="en-US" sz="2600" b="1" u="none" strike="noStrike">
                <a:solidFill>
                  <a:srgbClr val="FF0000"/>
                </a:solidFill>
                <a:effectLst/>
                <a:uFillTx/>
                <a:latin typeface="Perpetua"/>
              </a:rPr>
              <a:t>፡</a:t>
            </a:r>
            <a:r>
              <a:rPr lang="en-US" sz="2600" b="1" u="none" strike="noStrike">
                <a:solidFill>
                  <a:srgbClr val="FF0000"/>
                </a:solidFill>
                <a:effectLst/>
                <a:uFillTx/>
                <a:latin typeface="Perpetua"/>
              </a:rPr>
              <a:t>21-27</a:t>
            </a:r>
            <a:br>
              <a:rPr sz="3000"/>
            </a:br>
            <a:r>
              <a:rPr lang="am-ET" sz="3000" b="1" u="none" strike="noStrike">
                <a:solidFill>
                  <a:srgbClr val="000000"/>
                </a:solidFill>
                <a:effectLst/>
                <a:uFillTx/>
                <a:latin typeface="Nyala"/>
              </a:rPr>
              <a:t> 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Perpetua"/>
            </a:endParaRPr>
          </a:p>
          <a:p>
            <a:pPr marL="457200" indent="-457200" algn="just">
              <a:lnSpc>
                <a:spcPct val="75000"/>
              </a:lnSpc>
              <a:spcAft>
                <a:spcPts val="1001"/>
              </a:spcAft>
              <a:buClr>
                <a:srgbClr val="D34817"/>
              </a:buClr>
              <a:buSzPct val="85000"/>
              <a:buFont typeface="Wingdings" charset="2"/>
              <a:buChar char="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Power Geez Unicode1"/>
                <a:cs typeface="Calibri"/>
              </a:rPr>
              <a:t>አስፈላጊ በሚሆንበት ጊዜ ሳይበዛና ለጥሩ ምሳሌ ለመመሰል ከፈለገ እኛ እናንተ እያለ መናገር ይችላል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Perpetua"/>
            </a:endParaRPr>
          </a:p>
          <a:p>
            <a:pPr marL="457200" indent="-457200" algn="just">
              <a:lnSpc>
                <a:spcPct val="75000"/>
              </a:lnSpc>
              <a:spcAft>
                <a:spcPts val="1001"/>
              </a:spcAft>
              <a:buClr>
                <a:srgbClr val="D34817"/>
              </a:buClr>
              <a:buSzPct val="85000"/>
              <a:buFont typeface="Wingdings" charset="2"/>
              <a:buChar char="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900" b="0" u="none" strike="noStrike">
                <a:solidFill>
                  <a:srgbClr val="000000"/>
                </a:solidFill>
                <a:effectLst/>
                <a:uFillTx/>
                <a:latin typeface="Power Geez Unicode1"/>
                <a:cs typeface="Calibri"/>
              </a:rPr>
              <a:t>የራሱን ክብርና ዝና እንዲሁም ማንነት ለማስረዳትና ስለ እርሱ ለማሳወቅ  እገሌ ከተባለው ሊቅ ስማር </a:t>
            </a:r>
            <a:r>
              <a:rPr lang="en-US" sz="2900" b="0" u="none" strike="noStrike">
                <a:solidFill>
                  <a:srgbClr val="000000"/>
                </a:solidFill>
                <a:effectLst/>
                <a:uFillTx/>
                <a:latin typeface="Power Geez Unicode1"/>
                <a:ea typeface="Calibri"/>
              </a:rPr>
              <a:t>. . . </a:t>
            </a:r>
            <a:r>
              <a:rPr lang="en-US" sz="2900" b="0" u="none" strike="noStrike">
                <a:solidFill>
                  <a:srgbClr val="000000"/>
                </a:solidFill>
                <a:effectLst/>
                <a:uFillTx/>
                <a:latin typeface="Power Geez Unicode1"/>
                <a:cs typeface="Calibri"/>
              </a:rPr>
              <a:t>እያለ መድከም የለበትም፡፡ </a:t>
            </a:r>
            <a:endParaRPr lang="en-US" sz="2900" b="0" u="none" strike="noStrike">
              <a:solidFill>
                <a:srgbClr val="000000"/>
              </a:solidFill>
              <a:effectLst/>
              <a:uFillTx/>
              <a:latin typeface="Perpetua"/>
            </a:endParaRPr>
          </a:p>
          <a:p>
            <a:pPr marL="457200" indent="-457200" algn="just">
              <a:lnSpc>
                <a:spcPct val="75000"/>
              </a:lnSpc>
              <a:spcAft>
                <a:spcPts val="1001"/>
              </a:spcAft>
              <a:buClr>
                <a:srgbClr val="D34817"/>
              </a:buClr>
              <a:buSzPct val="85000"/>
              <a:buFont typeface="Wingdings" charset="2"/>
              <a:buChar char="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Perpetua"/>
            </a:endParaRPr>
          </a:p>
          <a:p>
            <a:pPr marL="457200" indent="-457200">
              <a:lnSpc>
                <a:spcPct val="80000"/>
              </a:lnSpc>
              <a:spcBef>
                <a:spcPts val="575"/>
              </a:spcBef>
              <a:buClr>
                <a:srgbClr val="D34817"/>
              </a:buClr>
              <a:buSzPct val="85000"/>
              <a:buFont typeface="Wingdings 2" charset="2"/>
              <a:buChar char="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Perpetu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914400" y="2743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91440" anchor="b">
            <a:noAutofit/>
          </a:bodyPr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400" b="1" u="none" strike="noStrike">
                <a:solidFill>
                  <a:srgbClr val="FF0000"/>
                </a:solidFill>
                <a:effectLst/>
                <a:uFillTx/>
                <a:latin typeface="Franklin Gothic Book"/>
              </a:rPr>
              <a:t>9. </a:t>
            </a:r>
            <a:r>
              <a:rPr lang="en-US" sz="4400" b="1" u="none" strike="noStrike">
                <a:solidFill>
                  <a:srgbClr val="FF0000"/>
                </a:solidFill>
                <a:effectLst/>
                <a:uFillTx/>
                <a:latin typeface="Franklin Gothic Book"/>
              </a:rPr>
              <a:t>ርእሱን መጠበቅ </a:t>
            </a:r>
            <a:endParaRPr lang="en-US" sz="4400" b="0" u="none" strike="noStrike">
              <a:solidFill>
                <a:srgbClr val="696464"/>
              </a:solidFill>
              <a:effectLst/>
              <a:uFillTx/>
              <a:latin typeface="Franklin Gothic Book"/>
            </a:endParaRPr>
          </a:p>
        </p:txBody>
      </p:sp>
      <p:sp>
        <p:nvSpPr>
          <p:cNvPr id="79" name="Slide Number Placeholder 3"/>
          <p:cNvSpPr/>
          <p:nvPr/>
        </p:nvSpPr>
        <p:spPr>
          <a:xfrm>
            <a:off x="146160" y="6210360"/>
            <a:ext cx="457200" cy="457200"/>
          </a:xfrm>
          <a:prstGeom prst="ellipse">
            <a:avLst/>
          </a:prstGeom>
          <a:solidFill>
            <a:srgbClr val="D3481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 anchorCtr="1">
            <a:no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B3A5FF6C-8D91-4E0A-82BF-A3B639DF62BD}" type="slidenum"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Franklin Gothic Book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"/>
          <p:cNvSpPr txBox="1"/>
          <p:nvPr/>
        </p:nvSpPr>
        <p:spPr>
          <a:xfrm>
            <a:off x="456840" y="1600200"/>
            <a:ext cx="8381880" cy="45259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2500" lnSpcReduction="9999"/>
          </a:bodyPr>
          <a:p>
            <a:pPr marL="272880" indent="-272880">
              <a:spcBef>
                <a:spcPts val="575"/>
              </a:spcBef>
              <a:buClr>
                <a:srgbClr val="D34817"/>
              </a:buClr>
              <a:buSzPct val="85000"/>
              <a:buFont typeface="Wingdings 2" charset="2"/>
              <a:buChar char="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600" b="0" u="none" strike="noStrike">
                <a:solidFill>
                  <a:srgbClr val="000000"/>
                </a:solidFill>
                <a:effectLst/>
                <a:uFillTx/>
                <a:latin typeface="Perpetua"/>
              </a:rPr>
              <a:t>አንድ ሰባኪ በግድ የለሽነት ተነስቶ ርእሱን ያልጠበቀ ስብከት ለአድማጮች ጥቅም የማይሰጥ ከመሆኑም ባሻገር ሰባኪውን ያስገምተዋል፡፡ 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Perpetua"/>
            </a:endParaRPr>
          </a:p>
          <a:p>
            <a:pPr marL="272880" indent="-272880">
              <a:spcBef>
                <a:spcPts val="575"/>
              </a:spcBef>
              <a:buClr>
                <a:srgbClr val="D34817"/>
              </a:buClr>
              <a:buSzPct val="85000"/>
              <a:buFont typeface="Wingdings 2" charset="2"/>
              <a:buChar char="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600" b="0" u="none" strike="noStrike">
                <a:solidFill>
                  <a:srgbClr val="000000"/>
                </a:solidFill>
                <a:effectLst/>
                <a:uFillTx/>
                <a:latin typeface="Perpetua"/>
              </a:rPr>
              <a:t>ምስጢር ሳበኝ እያለ ትዝ ያለውን ሁሉ ማውራት የለበትም፡፡ 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Perpetua"/>
            </a:endParaRPr>
          </a:p>
          <a:p>
            <a:pPr marL="272880" indent="-272880">
              <a:spcBef>
                <a:spcPts val="575"/>
              </a:spcBef>
              <a:buClr>
                <a:srgbClr val="D34817"/>
              </a:buClr>
              <a:buSzPct val="85000"/>
              <a:buFont typeface="Wingdings 2" charset="2"/>
              <a:buChar char="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600" b="0" u="none" strike="noStrike">
                <a:solidFill>
                  <a:srgbClr val="000000"/>
                </a:solidFill>
                <a:effectLst/>
                <a:uFillTx/>
                <a:latin typeface="Perpetua"/>
              </a:rPr>
              <a:t> የማያውቀውን ወይም እርግጠኛ ያልሆነበትን ነገር አለመድፈር 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Perpetu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914400" y="2743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91440" anchor="b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000" b="1" u="none" strike="noStrike">
                <a:solidFill>
                  <a:srgbClr val="FF0000"/>
                </a:solidFill>
                <a:effectLst/>
                <a:uFillTx/>
                <a:latin typeface="Power Geez Unicode1"/>
                <a:ea typeface="Calibri"/>
              </a:rPr>
              <a:t>10. </a:t>
            </a:r>
            <a:r>
              <a:rPr lang="en-US" sz="4000" b="1" u="none" strike="noStrike">
                <a:solidFill>
                  <a:srgbClr val="FF0000"/>
                </a:solidFill>
                <a:effectLst/>
                <a:uFillTx/>
                <a:latin typeface="Power Geez Unicode1"/>
                <a:cs typeface="Calibri"/>
              </a:rPr>
              <a:t>ድምፁን መመጠን አለበት፡፡</a:t>
            </a:r>
            <a:endParaRPr lang="en-US" sz="4000" b="0" u="none" strike="noStrike">
              <a:solidFill>
                <a:srgbClr val="696464"/>
              </a:solidFill>
              <a:effectLst/>
              <a:uFillTx/>
              <a:latin typeface="Franklin Gothic Book"/>
            </a:endParaRPr>
          </a:p>
        </p:txBody>
      </p:sp>
      <p:sp>
        <p:nvSpPr>
          <p:cNvPr id="82" name="Slide Number Placeholder 3"/>
          <p:cNvSpPr/>
          <p:nvPr/>
        </p:nvSpPr>
        <p:spPr>
          <a:xfrm>
            <a:off x="146160" y="6210360"/>
            <a:ext cx="457200" cy="457200"/>
          </a:xfrm>
          <a:prstGeom prst="ellipse">
            <a:avLst/>
          </a:prstGeom>
          <a:solidFill>
            <a:srgbClr val="D3481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 anchorCtr="1">
            <a:no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53DCDE48-15DE-484B-9248-E5B724846494}" type="slidenum"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Franklin Gothic Book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"/>
          <p:cNvSpPr txBox="1"/>
          <p:nvPr/>
        </p:nvSpPr>
        <p:spPr>
          <a:xfrm>
            <a:off x="914400" y="1447920"/>
            <a:ext cx="7772400" cy="4572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272880" indent="-272880" algn="just">
              <a:lnSpc>
                <a:spcPct val="115000"/>
              </a:lnSpc>
              <a:spcAft>
                <a:spcPts val="1001"/>
              </a:spcAft>
              <a:buClr>
                <a:srgbClr val="D34817"/>
              </a:buClr>
              <a:buSzPct val="85000"/>
              <a:buFont typeface="Wingdings 2" charset="2"/>
              <a:buChar char="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Power Geez Unicode1"/>
                <a:cs typeface="Calibri"/>
              </a:rPr>
              <a:t>ሰባኪው ድምጹ ለአድማጭ የሚረብሽና የሚሰቀጥጥ በጣም የሚጮኽ ወይም በጣም ፈዘዝ ያለ ለአድማጭ የሚሰለች መሆን የለበትም 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Perpetua"/>
            </a:endParaRPr>
          </a:p>
          <a:p>
            <a:pPr marL="272880" indent="-272880" algn="just">
              <a:lnSpc>
                <a:spcPct val="115000"/>
              </a:lnSpc>
              <a:spcAft>
                <a:spcPts val="1001"/>
              </a:spcAft>
              <a:buClr>
                <a:srgbClr val="D34817"/>
              </a:buClr>
              <a:buSzPct val="85000"/>
              <a:buFont typeface="Wingdings 2" charset="2"/>
              <a:buChar char="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Power Geez Unicode1"/>
                <a:cs typeface="Calibri"/>
              </a:rPr>
              <a:t>በጣም መፍጠንም በጣም መጐተትም የለበትም፣ ትክክለኛና አግባብ ባለው ሁኔታ መሆን አለበት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Perpetua"/>
            </a:endParaRPr>
          </a:p>
          <a:p>
            <a:pPr marL="272880" indent="-272880">
              <a:lnSpc>
                <a:spcPct val="100000"/>
              </a:lnSpc>
              <a:spcBef>
                <a:spcPts val="575"/>
              </a:spcBef>
              <a:buClr>
                <a:srgbClr val="D34817"/>
              </a:buClr>
              <a:buSzPct val="85000"/>
              <a:buFont typeface="Wingdings 2" charset="2"/>
              <a:buChar char="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600" b="0" u="none" strike="noStrike">
              <a:solidFill>
                <a:srgbClr val="000000"/>
              </a:solidFill>
              <a:effectLst/>
              <a:uFillTx/>
              <a:latin typeface="Perpetu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914400" y="2743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91440" anchor="b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600" b="1" u="none" strike="noStrike">
                <a:solidFill>
                  <a:srgbClr val="FF0000"/>
                </a:solidFill>
                <a:effectLst/>
                <a:uFillTx/>
                <a:latin typeface="Power Geez Unicode1"/>
                <a:ea typeface="Calibri"/>
              </a:rPr>
              <a:t>11. </a:t>
            </a:r>
            <a:r>
              <a:rPr lang="en-US" sz="3600" b="1" u="none" strike="noStrike">
                <a:solidFill>
                  <a:srgbClr val="FF0000"/>
                </a:solidFill>
                <a:effectLst/>
                <a:uFillTx/>
                <a:latin typeface="Power Geez Unicode1"/>
                <a:cs typeface="Calibri"/>
              </a:rPr>
              <a:t>የሰባኪውና የአድማጩ ግንኙነት</a:t>
            </a:r>
            <a:endParaRPr lang="en-US" sz="3600" b="0" u="none" strike="noStrike">
              <a:solidFill>
                <a:srgbClr val="696464"/>
              </a:solidFill>
              <a:effectLst/>
              <a:uFillTx/>
              <a:latin typeface="Franklin Gothic Book"/>
            </a:endParaRPr>
          </a:p>
        </p:txBody>
      </p:sp>
      <p:sp>
        <p:nvSpPr>
          <p:cNvPr id="85" name="Slide Number Placeholder 3"/>
          <p:cNvSpPr/>
          <p:nvPr/>
        </p:nvSpPr>
        <p:spPr>
          <a:xfrm>
            <a:off x="146160" y="6210360"/>
            <a:ext cx="457200" cy="457200"/>
          </a:xfrm>
          <a:prstGeom prst="ellipse">
            <a:avLst/>
          </a:prstGeom>
          <a:solidFill>
            <a:srgbClr val="D3481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 anchorCtr="1">
            <a:no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6E903A32-2889-466C-8CFD-26B5021997A7}" type="slidenum"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Franklin Gothic Book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"/>
          <p:cNvSpPr txBox="1"/>
          <p:nvPr/>
        </p:nvSpPr>
        <p:spPr>
          <a:xfrm>
            <a:off x="228600" y="1447560"/>
            <a:ext cx="8610480" cy="51814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914400" indent="-627120" algn="just">
              <a:lnSpc>
                <a:spcPct val="115000"/>
              </a:lnSpc>
              <a:buClr>
                <a:srgbClr val="D34817"/>
              </a:buClr>
              <a:buSzPct val="85000"/>
              <a:buFont typeface="Wingdings" charset="2"/>
              <a:buChar char="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Power Geez Unicode1"/>
                <a:cs typeface="Calibri"/>
              </a:rPr>
              <a:t>ተረጋግተው ቦታቸውን እስኪይዙ ድረስ መጠበቅ አለበት፡፡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Perpetua"/>
            </a:endParaRPr>
          </a:p>
          <a:p>
            <a:pPr marL="914400" indent="-627120" algn="just">
              <a:lnSpc>
                <a:spcPct val="115000"/>
              </a:lnSpc>
              <a:buClr>
                <a:srgbClr val="D34817"/>
              </a:buClr>
              <a:buSzPct val="85000"/>
              <a:buFont typeface="Wingdings" charset="2"/>
              <a:buChar char="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Power Geez Unicode1"/>
                <a:cs typeface="Calibri"/>
              </a:rPr>
              <a:t>የአድማጮቹን ሁኔታ ይገምታል፡፡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Perpetua"/>
            </a:endParaRPr>
          </a:p>
          <a:p>
            <a:pPr marL="914400" indent="-627120" algn="just">
              <a:lnSpc>
                <a:spcPct val="115000"/>
              </a:lnSpc>
              <a:buClr>
                <a:srgbClr val="D34817"/>
              </a:buClr>
              <a:buSzPct val="85000"/>
              <a:buFont typeface="Wingdings" charset="2"/>
              <a:buChar char="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Power Geez Unicode1"/>
                <a:cs typeface="Calibri"/>
              </a:rPr>
              <a:t>ከዚያ በኋላ ለዕለቱ ተስማሚ በሆነ ርዕስ ትምህርቱን ይጀምራል፡፡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Perpetua"/>
            </a:endParaRPr>
          </a:p>
          <a:p>
            <a:pPr marL="914400" indent="-627120" algn="just">
              <a:lnSpc>
                <a:spcPct val="115000"/>
              </a:lnSpc>
              <a:buClr>
                <a:srgbClr val="D34817"/>
              </a:buClr>
              <a:buSzPct val="85000"/>
              <a:buFont typeface="Wingdings" charset="2"/>
              <a:buChar char="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Power Geez Unicode1"/>
                <a:cs typeface="Calibri"/>
              </a:rPr>
              <a:t>ዓይንን በአንድ ቦታ ላይ ወይም በአንድ ሰው ላይ ሳይተክሉ በአራቱም አቅጣጫ ቃኘት በማድረግ ሰልችቷቸው ወይም ደክመው እንዳይሆን ወይም አልገባቸው እያለ እንዳይሆን በዓይን ሁሉንም አድማጭ ለመቆጣጠር በመሞከር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Perpetua"/>
            </a:endParaRPr>
          </a:p>
          <a:p>
            <a:pPr marL="914400" indent="-627120" algn="just">
              <a:lnSpc>
                <a:spcPct val="115000"/>
              </a:lnSpc>
              <a:tabLst>
                <a:tab pos="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Power Geez Unicode1"/>
                <a:ea typeface="Calibri"/>
              </a:rPr>
              <a:t> 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Perpetua"/>
            </a:endParaRPr>
          </a:p>
          <a:p>
            <a:pPr marL="914400" indent="-627120" algn="just">
              <a:lnSpc>
                <a:spcPct val="115000"/>
              </a:lnSpc>
              <a:spcAft>
                <a:spcPts val="1001"/>
              </a:spcAft>
              <a:buClr>
                <a:srgbClr val="D34817"/>
              </a:buClr>
              <a:buSzPct val="85000"/>
              <a:buFont typeface="Wingdings" charset="2"/>
              <a:buChar char="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Power Geez Unicode1"/>
                <a:cs typeface="Calibri"/>
              </a:rPr>
              <a:t>በሚሰብክበት ጊዜ ጣራ ጣራ ወይም ወደ መሬት ማየት የለበትም፡፡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Perpetua"/>
            </a:endParaRPr>
          </a:p>
          <a:p>
            <a:pPr marL="914400" indent="-627120">
              <a:lnSpc>
                <a:spcPct val="100000"/>
              </a:lnSpc>
              <a:spcBef>
                <a:spcPts val="575"/>
              </a:spcBef>
              <a:buClr>
                <a:srgbClr val="D34817"/>
              </a:buClr>
              <a:buSzPct val="85000"/>
              <a:buFont typeface="Arial"/>
              <a:buChar char="•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Perpetu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914400" y="2743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91440" anchor="b">
            <a:noAutofit/>
          </a:bodyPr>
          <a:p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5400" b="1" u="none" strike="noStrike">
                <a:solidFill>
                  <a:srgbClr val="FF0000"/>
                </a:solidFill>
                <a:effectLst/>
                <a:uFillTx/>
                <a:latin typeface="Franklin Gothic Book"/>
              </a:rPr>
              <a:t>12. </a:t>
            </a:r>
            <a:r>
              <a:rPr lang="en-US" sz="5400" b="1" u="none" strike="noStrike">
                <a:solidFill>
                  <a:srgbClr val="FF0000"/>
                </a:solidFill>
                <a:effectLst/>
                <a:uFillTx/>
                <a:latin typeface="Franklin Gothic Book"/>
              </a:rPr>
              <a:t>መመጠን </a:t>
            </a:r>
            <a:r>
              <a:rPr lang="en-US" sz="5400" b="1" u="none" strike="noStrike">
                <a:solidFill>
                  <a:srgbClr val="FF0000"/>
                </a:solidFill>
                <a:effectLst/>
                <a:uFillTx/>
                <a:latin typeface="Franklin Gothic Book"/>
              </a:rPr>
              <a:t>(</a:t>
            </a:r>
            <a:r>
              <a:rPr lang="en-US" sz="5400" b="1" u="none" strike="noStrike">
                <a:solidFill>
                  <a:srgbClr val="FF0000"/>
                </a:solidFill>
                <a:effectLst/>
                <a:uFillTx/>
                <a:latin typeface="Franklin Gothic Book"/>
              </a:rPr>
              <a:t>አለማርዘም</a:t>
            </a:r>
            <a:r>
              <a:rPr lang="en-US" sz="5400" b="1" u="none" strike="noStrike">
                <a:solidFill>
                  <a:srgbClr val="FF0000"/>
                </a:solidFill>
                <a:effectLst/>
                <a:uFillTx/>
                <a:latin typeface="Franklin Gothic Book"/>
              </a:rPr>
              <a:t>)</a:t>
            </a:r>
            <a:endParaRPr lang="en-US" sz="5400" b="0" u="none" strike="noStrike">
              <a:solidFill>
                <a:srgbClr val="696464"/>
              </a:solidFill>
              <a:effectLst/>
              <a:uFillTx/>
              <a:latin typeface="Franklin Gothic Book"/>
            </a:endParaRPr>
          </a:p>
        </p:txBody>
      </p:sp>
      <p:sp>
        <p:nvSpPr>
          <p:cNvPr id="88" name="Slide Number Placeholder 3"/>
          <p:cNvSpPr/>
          <p:nvPr/>
        </p:nvSpPr>
        <p:spPr>
          <a:xfrm>
            <a:off x="146160" y="6210360"/>
            <a:ext cx="457200" cy="457200"/>
          </a:xfrm>
          <a:prstGeom prst="ellipse">
            <a:avLst/>
          </a:prstGeom>
          <a:solidFill>
            <a:srgbClr val="D3481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 anchorCtr="1">
            <a:no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3D8C90F9-C4A8-46F0-9B10-172B5372E947}" type="slidenum"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Franklin Gothic Book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"/>
          <p:cNvSpPr txBox="1"/>
          <p:nvPr/>
        </p:nvSpPr>
        <p:spPr>
          <a:xfrm>
            <a:off x="914400" y="1447920"/>
            <a:ext cx="7772400" cy="4572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272880" indent="-272880">
              <a:lnSpc>
                <a:spcPct val="100000"/>
              </a:lnSpc>
              <a:spcBef>
                <a:spcPts val="5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600" b="0" u="none" strike="noStrike">
              <a:solidFill>
                <a:srgbClr val="000000"/>
              </a:solidFill>
              <a:effectLst/>
              <a:uFillTx/>
              <a:latin typeface="Perpetua"/>
            </a:endParaRPr>
          </a:p>
          <a:p>
            <a:pPr marL="272880" indent="-272880">
              <a:spcBef>
                <a:spcPts val="575"/>
              </a:spcBef>
              <a:buClr>
                <a:srgbClr val="D34817"/>
              </a:buClr>
              <a:buSzPct val="85000"/>
              <a:buFont typeface="Wingdings 2" charset="2"/>
              <a:buChar char="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6600" b="0" u="none" strike="noStrike">
                <a:solidFill>
                  <a:srgbClr val="000000"/>
                </a:solidFill>
                <a:effectLst/>
                <a:uFillTx/>
                <a:latin typeface="Perpetua"/>
              </a:rPr>
              <a:t>“</a:t>
            </a:r>
            <a:r>
              <a:rPr lang="am-ET" sz="6600" b="0" u="none" strike="noStrike">
                <a:solidFill>
                  <a:srgbClr val="000000"/>
                </a:solidFill>
                <a:effectLst/>
                <a:uFillTx/>
                <a:latin typeface="Nyala"/>
              </a:rPr>
              <a:t>በመጠን ኑሩ</a:t>
            </a:r>
            <a:r>
              <a:rPr lang="en-US" sz="6600" b="0" u="none" strike="noStrike">
                <a:solidFill>
                  <a:srgbClr val="000000"/>
                </a:solidFill>
                <a:effectLst/>
                <a:uFillTx/>
                <a:latin typeface="Perpetua"/>
              </a:rPr>
              <a:t>” </a:t>
            </a:r>
            <a:endParaRPr lang="en-US" sz="6600" b="0" u="none" strike="noStrike">
              <a:solidFill>
                <a:srgbClr val="000000"/>
              </a:solidFill>
              <a:effectLst/>
              <a:uFillTx/>
              <a:latin typeface="Perpetua"/>
            </a:endParaRPr>
          </a:p>
          <a:p>
            <a:pPr marL="272880" indent="-272880" algn="ctr">
              <a:spcBef>
                <a:spcPts val="5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6600" b="1" u="none" strike="noStrike">
                <a:solidFill>
                  <a:srgbClr val="FF0000"/>
                </a:solidFill>
                <a:effectLst/>
                <a:uFillTx/>
                <a:latin typeface="Perpetua"/>
              </a:rPr>
              <a:t>1 </a:t>
            </a:r>
            <a:r>
              <a:rPr lang="en-US" sz="6600" b="1" u="none" strike="noStrike">
                <a:solidFill>
                  <a:srgbClr val="FF0000"/>
                </a:solidFill>
                <a:effectLst/>
                <a:uFillTx/>
                <a:latin typeface="Perpetua"/>
              </a:rPr>
              <a:t>ጴጥ</a:t>
            </a:r>
            <a:r>
              <a:rPr lang="en-US" sz="6600" b="1" u="none" strike="noStrike">
                <a:solidFill>
                  <a:srgbClr val="FF0000"/>
                </a:solidFill>
                <a:effectLst/>
                <a:uFillTx/>
                <a:latin typeface="Perpetua"/>
              </a:rPr>
              <a:t>. 5</a:t>
            </a:r>
            <a:r>
              <a:rPr lang="en-US" sz="6600" b="1" u="none" strike="noStrike">
                <a:solidFill>
                  <a:srgbClr val="FF0000"/>
                </a:solidFill>
                <a:effectLst/>
                <a:uFillTx/>
                <a:latin typeface="Perpetua"/>
              </a:rPr>
              <a:t>፡</a:t>
            </a:r>
            <a:r>
              <a:rPr lang="en-US" sz="6600" b="1" u="none" strike="noStrike">
                <a:solidFill>
                  <a:srgbClr val="FF0000"/>
                </a:solidFill>
                <a:effectLst/>
                <a:uFillTx/>
                <a:latin typeface="Perpetua"/>
              </a:rPr>
              <a:t>8</a:t>
            </a:r>
            <a:endParaRPr lang="en-US" sz="6600" b="0" u="none" strike="noStrike">
              <a:solidFill>
                <a:srgbClr val="000000"/>
              </a:solidFill>
              <a:effectLst/>
              <a:uFillTx/>
              <a:latin typeface="Perpetua"/>
            </a:endParaRPr>
          </a:p>
          <a:p>
            <a:pPr marL="272880" indent="-272880">
              <a:spcBef>
                <a:spcPts val="5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6600" b="0" u="none" strike="noStrike">
              <a:solidFill>
                <a:srgbClr val="000000"/>
              </a:solidFill>
              <a:effectLst/>
              <a:uFillTx/>
              <a:latin typeface="Perpetu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914400" y="2743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91440" anchor="b">
            <a:noAutofit/>
          </a:bodyPr>
          <a:p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000" b="1" u="none" strike="noStrike">
                <a:solidFill>
                  <a:srgbClr val="FF0000"/>
                </a:solidFill>
                <a:effectLst/>
                <a:uFillTx/>
                <a:latin typeface="Franklin Gothic Book"/>
              </a:rPr>
              <a:t>13. </a:t>
            </a:r>
            <a:r>
              <a:rPr lang="en-US" sz="4000" b="1" u="none" strike="noStrike">
                <a:solidFill>
                  <a:srgbClr val="FF0000"/>
                </a:solidFill>
                <a:effectLst/>
                <a:uFillTx/>
                <a:latin typeface="Franklin Gothic Book"/>
              </a:rPr>
              <a:t>አላስፈላጊ እንቅስቃሴ ማድረግ የለበትም፡፡ </a:t>
            </a:r>
            <a:endParaRPr lang="en-US" sz="4000" b="0" u="none" strike="noStrike">
              <a:solidFill>
                <a:srgbClr val="696464"/>
              </a:solidFill>
              <a:effectLst/>
              <a:uFillTx/>
              <a:latin typeface="Franklin Gothic Book"/>
            </a:endParaRPr>
          </a:p>
        </p:txBody>
      </p:sp>
      <p:sp>
        <p:nvSpPr>
          <p:cNvPr id="91" name="Slide Number Placeholder 3"/>
          <p:cNvSpPr/>
          <p:nvPr/>
        </p:nvSpPr>
        <p:spPr>
          <a:xfrm>
            <a:off x="146160" y="6210360"/>
            <a:ext cx="457200" cy="457200"/>
          </a:xfrm>
          <a:prstGeom prst="ellipse">
            <a:avLst/>
          </a:prstGeom>
          <a:solidFill>
            <a:srgbClr val="D3481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 anchorCtr="1">
            <a:no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3ACD0638-5613-4205-8C71-D987C2DCE627}" type="slidenum"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Franklin Gothic Book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"/>
          <p:cNvSpPr txBox="1"/>
          <p:nvPr/>
        </p:nvSpPr>
        <p:spPr>
          <a:xfrm>
            <a:off x="914400" y="1447920"/>
            <a:ext cx="7772400" cy="4572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272880" indent="-272880">
              <a:spcBef>
                <a:spcPts val="575"/>
              </a:spcBef>
              <a:buClr>
                <a:srgbClr val="D34817"/>
              </a:buClr>
              <a:buSzPct val="85000"/>
              <a:buFont typeface="Wingdings 2" charset="2"/>
              <a:buChar char="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000" b="1" u="none" strike="noStrike">
                <a:solidFill>
                  <a:srgbClr val="FF0000"/>
                </a:solidFill>
                <a:effectLst/>
                <a:uFillTx/>
                <a:latin typeface="Perpetua"/>
              </a:rPr>
              <a:t>እጅን ማወራጨት 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Perpetua"/>
            </a:endParaRPr>
          </a:p>
          <a:p>
            <a:pPr marL="272880" indent="-272880">
              <a:spcBef>
                <a:spcPts val="575"/>
              </a:spcBef>
              <a:buClr>
                <a:srgbClr val="D34817"/>
              </a:buClr>
              <a:buSzPct val="85000"/>
              <a:buFont typeface="Wingdings 2" charset="2"/>
              <a:buChar char="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000" b="0" u="none" strike="noStrike">
                <a:solidFill>
                  <a:srgbClr val="000000"/>
                </a:solidFill>
                <a:effectLst/>
                <a:uFillTx/>
                <a:latin typeface="Perpetua"/>
              </a:rPr>
              <a:t>ራስን፣ </a:t>
            </a:r>
            <a:r>
              <a:rPr lang="en-US" sz="4000" b="0" u="none" strike="noStrike">
                <a:solidFill>
                  <a:srgbClr val="000000"/>
                </a:solidFill>
                <a:effectLst/>
                <a:uFillTx/>
                <a:latin typeface="Perpetua"/>
              </a:rPr>
              <a:t>. . .  </a:t>
            </a:r>
            <a:r>
              <a:rPr lang="en-US" sz="4000" b="0" u="none" strike="noStrike">
                <a:solidFill>
                  <a:srgbClr val="000000"/>
                </a:solidFill>
                <a:effectLst/>
                <a:uFillTx/>
                <a:latin typeface="Perpetua"/>
              </a:rPr>
              <a:t>ማከክ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Perpetua"/>
            </a:endParaRPr>
          </a:p>
          <a:p>
            <a:pPr marL="272880" indent="-272880">
              <a:spcBef>
                <a:spcPts val="575"/>
              </a:spcBef>
              <a:buClr>
                <a:srgbClr val="D34817"/>
              </a:buClr>
              <a:buSzPct val="85000"/>
              <a:buFont typeface="Wingdings 2" charset="2"/>
              <a:buChar char="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000" b="0" u="none" strike="noStrike">
                <a:solidFill>
                  <a:srgbClr val="000000"/>
                </a:solidFill>
                <a:effectLst/>
                <a:uFillTx/>
                <a:latin typeface="Perpetua"/>
              </a:rPr>
              <a:t> ወዲያ ወዲህ መንጎራደድ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Perpetua"/>
            </a:endParaRPr>
          </a:p>
          <a:p>
            <a:pPr marL="272880" indent="-272880">
              <a:spcBef>
                <a:spcPts val="575"/>
              </a:spcBef>
              <a:buClr>
                <a:srgbClr val="D34817"/>
              </a:buClr>
              <a:buSzPct val="85000"/>
              <a:buFont typeface="Wingdings 2" charset="2"/>
              <a:buChar char="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000" b="0" u="none" strike="noStrike">
                <a:solidFill>
                  <a:srgbClr val="000000"/>
                </a:solidFill>
                <a:effectLst/>
                <a:uFillTx/>
                <a:latin typeface="Perpetua"/>
              </a:rPr>
              <a:t> አላስፈላጊ ድግግሞሽ ማድረግ የለበትም፡፡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Perpetu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914400" y="2743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91440" anchor="b">
            <a:noAutofit/>
          </a:bodyPr>
          <a:p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br>
              <a:rPr sz="3600"/>
            </a:br>
            <a:r>
              <a:rPr lang="en-US" sz="3600" b="1" u="none" strike="noStrike">
                <a:solidFill>
                  <a:srgbClr val="FF0000"/>
                </a:solidFill>
                <a:effectLst/>
                <a:uFillTx/>
                <a:latin typeface="Power Geez Unicode1"/>
                <a:ea typeface="Calibri"/>
              </a:rPr>
              <a:t>16. </a:t>
            </a:r>
            <a:r>
              <a:rPr lang="en-US" sz="3600" b="1" u="none" strike="noStrike">
                <a:solidFill>
                  <a:srgbClr val="FF0000"/>
                </a:solidFill>
                <a:effectLst/>
                <a:uFillTx/>
                <a:latin typeface="Power Geez Unicode1"/>
                <a:cs typeface="Calibri"/>
              </a:rPr>
              <a:t>ራሱን መሆን አለበት፡፡</a:t>
            </a:r>
            <a:endParaRPr lang="en-US" sz="3600" b="0" u="none" strike="noStrike">
              <a:solidFill>
                <a:srgbClr val="696464"/>
              </a:solidFill>
              <a:effectLst/>
              <a:uFillTx/>
              <a:latin typeface="Franklin Gothic Book"/>
            </a:endParaRPr>
          </a:p>
        </p:txBody>
      </p:sp>
      <p:sp>
        <p:nvSpPr>
          <p:cNvPr id="94" name="Slide Number Placeholder 3"/>
          <p:cNvSpPr/>
          <p:nvPr/>
        </p:nvSpPr>
        <p:spPr>
          <a:xfrm>
            <a:off x="146160" y="6210360"/>
            <a:ext cx="457200" cy="457200"/>
          </a:xfrm>
          <a:prstGeom prst="ellipse">
            <a:avLst/>
          </a:prstGeom>
          <a:solidFill>
            <a:srgbClr val="D3481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 anchorCtr="1">
            <a:no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EA169642-03BC-470A-A86C-41B812D1B34B}" type="slidenum"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Franklin Gothic Book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"/>
          <p:cNvSpPr txBox="1"/>
          <p:nvPr/>
        </p:nvSpPr>
        <p:spPr>
          <a:xfrm>
            <a:off x="914400" y="1447920"/>
            <a:ext cx="7772400" cy="4572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272880" indent="-272880">
              <a:lnSpc>
                <a:spcPct val="100000"/>
              </a:lnSpc>
              <a:spcBef>
                <a:spcPts val="575"/>
              </a:spcBef>
              <a:buClr>
                <a:srgbClr val="D34817"/>
              </a:buClr>
              <a:buSzPct val="85000"/>
              <a:buFont typeface="Wingdings 2" charset="2"/>
              <a:buChar char="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Power Geez Unicode1"/>
                <a:cs typeface="Calibri"/>
              </a:rPr>
              <a:t>ሌሎችን ለመመምሰል መጣር የለበትም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Perpetua"/>
            </a:endParaRPr>
          </a:p>
          <a:p>
            <a:pPr marL="272880" indent="-272880">
              <a:lnSpc>
                <a:spcPct val="100000"/>
              </a:lnSpc>
              <a:spcBef>
                <a:spcPts val="575"/>
              </a:spcBef>
              <a:buClr>
                <a:srgbClr val="D34817"/>
              </a:buClr>
              <a:buSzPct val="85000"/>
              <a:buFont typeface="Wingdings 2" charset="2"/>
              <a:buChar char="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600" b="0" u="none" strike="noStrike">
              <a:solidFill>
                <a:srgbClr val="000000"/>
              </a:solidFill>
              <a:effectLst/>
              <a:uFillTx/>
              <a:latin typeface="Perpetu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6840" y="274320"/>
            <a:ext cx="8381880" cy="1143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91440" anchor="b">
            <a:noAutofit/>
          </a:bodyPr>
          <a:p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5400" b="1" u="none" strike="noStrike">
                <a:solidFill>
                  <a:srgbClr val="FF0000"/>
                </a:solidFill>
                <a:effectLst/>
                <a:uFillTx/>
                <a:latin typeface="Franklin Gothic Book"/>
              </a:rPr>
              <a:t> </a:t>
            </a:r>
            <a:r>
              <a:rPr lang="am-ET" sz="5400" b="1" u="none" strike="noStrike">
                <a:solidFill>
                  <a:srgbClr val="FF0000"/>
                </a:solidFill>
                <a:effectLst/>
                <a:uFillTx/>
                <a:latin typeface="Nyala"/>
              </a:rPr>
              <a:t>፫</a:t>
            </a:r>
            <a:r>
              <a:rPr lang="en-US" sz="5400" b="1" u="none" strike="noStrike">
                <a:solidFill>
                  <a:srgbClr val="FF0000"/>
                </a:solidFill>
                <a:effectLst/>
                <a:uFillTx/>
                <a:latin typeface="Franklin Gothic Book"/>
              </a:rPr>
              <a:t>. </a:t>
            </a:r>
            <a:r>
              <a:rPr lang="en-US" sz="5400" b="1" u="none" strike="noStrike">
                <a:solidFill>
                  <a:srgbClr val="FF0000"/>
                </a:solidFill>
                <a:effectLst/>
                <a:uFillTx/>
                <a:latin typeface="Franklin Gothic Book"/>
              </a:rPr>
              <a:t>የስብከት ዓይነቶች</a:t>
            </a:r>
            <a:endParaRPr lang="en-US" sz="5400" b="0" u="none" strike="noStrike">
              <a:solidFill>
                <a:srgbClr val="696464"/>
              </a:solidFill>
              <a:effectLst/>
              <a:uFillTx/>
              <a:latin typeface="Franklin Gothic Book"/>
            </a:endParaRPr>
          </a:p>
        </p:txBody>
      </p:sp>
      <p:sp>
        <p:nvSpPr>
          <p:cNvPr id="97" name="Slide Number Placeholder 3"/>
          <p:cNvSpPr/>
          <p:nvPr/>
        </p:nvSpPr>
        <p:spPr>
          <a:xfrm>
            <a:off x="146160" y="6210360"/>
            <a:ext cx="457200" cy="457200"/>
          </a:xfrm>
          <a:prstGeom prst="ellipse">
            <a:avLst/>
          </a:prstGeom>
          <a:solidFill>
            <a:srgbClr val="D3481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 anchorCtr="1">
            <a:no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A80F339E-0575-41B5-9293-51C4A8D837EB}" type="slidenum"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Franklin Gothic Book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"/>
          <p:cNvSpPr txBox="1"/>
          <p:nvPr/>
        </p:nvSpPr>
        <p:spPr>
          <a:xfrm>
            <a:off x="304920" y="1599840"/>
            <a:ext cx="8534160" cy="47242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514440" indent="-514440">
              <a:lnSpc>
                <a:spcPct val="80000"/>
              </a:lnSpc>
              <a:spcBef>
                <a:spcPts val="575"/>
              </a:spcBef>
              <a:buClr>
                <a:srgbClr val="D34817"/>
              </a:buClr>
              <a:buSzPct val="85000"/>
              <a:buFont typeface="Perpetua"/>
              <a:buAutoNum type="arabicPeriod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300" b="1" u="none" strike="noStrike">
                <a:solidFill>
                  <a:srgbClr val="FF0000"/>
                </a:solidFill>
                <a:effectLst/>
                <a:uFillTx/>
                <a:latin typeface="Perpetua"/>
              </a:rPr>
              <a:t>ነገረ ሃይማኖታዊ ጉዳይ ላይ የተመሠረተ </a:t>
            </a:r>
            <a:endParaRPr lang="en-US" sz="3300" b="0" u="none" strike="noStrike">
              <a:solidFill>
                <a:srgbClr val="000000"/>
              </a:solidFill>
              <a:effectLst/>
              <a:uFillTx/>
              <a:latin typeface="Perpetua"/>
            </a:endParaRPr>
          </a:p>
          <a:p>
            <a:pPr marL="514440" indent="-514440">
              <a:lnSpc>
                <a:spcPct val="80000"/>
              </a:lnSpc>
              <a:spcBef>
                <a:spcPts val="5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300" b="0" u="none" strike="noStrike">
                <a:solidFill>
                  <a:srgbClr val="000000"/>
                </a:solidFill>
                <a:effectLst/>
                <a:uFillTx/>
                <a:latin typeface="Perpetua"/>
              </a:rPr>
              <a:t>ስለ መዳን</a:t>
            </a:r>
            <a:endParaRPr lang="en-US" sz="3300" b="0" u="none" strike="noStrike">
              <a:solidFill>
                <a:srgbClr val="000000"/>
              </a:solidFill>
              <a:effectLst/>
              <a:uFillTx/>
              <a:latin typeface="Perpetua"/>
            </a:endParaRPr>
          </a:p>
          <a:p>
            <a:pPr marL="514440" indent="-514440">
              <a:lnSpc>
                <a:spcPct val="80000"/>
              </a:lnSpc>
              <a:spcBef>
                <a:spcPts val="5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300" b="0" u="none" strike="noStrike">
                <a:solidFill>
                  <a:srgbClr val="000000"/>
                </a:solidFill>
                <a:effectLst/>
                <a:uFillTx/>
                <a:latin typeface="Perpetua"/>
              </a:rPr>
              <a:t>ስለ ምሥጢራት</a:t>
            </a:r>
            <a:endParaRPr lang="en-US" sz="3300" b="0" u="none" strike="noStrike">
              <a:solidFill>
                <a:srgbClr val="000000"/>
              </a:solidFill>
              <a:effectLst/>
              <a:uFillTx/>
              <a:latin typeface="Perpetua"/>
            </a:endParaRPr>
          </a:p>
          <a:p>
            <a:pPr marL="514440" indent="-514440">
              <a:lnSpc>
                <a:spcPct val="80000"/>
              </a:lnSpc>
              <a:spcBef>
                <a:spcPts val="5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300" b="0" u="none" strike="noStrike">
                <a:solidFill>
                  <a:srgbClr val="000000"/>
                </a:solidFill>
                <a:effectLst/>
                <a:uFillTx/>
                <a:latin typeface="Perpetua"/>
              </a:rPr>
              <a:t>ስለ ልደት</a:t>
            </a:r>
            <a:endParaRPr lang="en-US" sz="3300" b="0" u="none" strike="noStrike">
              <a:solidFill>
                <a:srgbClr val="000000"/>
              </a:solidFill>
              <a:effectLst/>
              <a:uFillTx/>
              <a:latin typeface="Perpetua"/>
            </a:endParaRPr>
          </a:p>
          <a:p>
            <a:pPr marL="514440" indent="-514440">
              <a:lnSpc>
                <a:spcPct val="80000"/>
              </a:lnSpc>
              <a:spcBef>
                <a:spcPts val="5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300" b="0" u="none" strike="noStrike">
                <a:solidFill>
                  <a:srgbClr val="000000"/>
                </a:solidFill>
                <a:effectLst/>
                <a:uFillTx/>
                <a:latin typeface="Perpetua"/>
              </a:rPr>
              <a:t>ስለ ንስሐ</a:t>
            </a:r>
            <a:endParaRPr lang="en-US" sz="3300" b="0" u="none" strike="noStrike">
              <a:solidFill>
                <a:srgbClr val="000000"/>
              </a:solidFill>
              <a:effectLst/>
              <a:uFillTx/>
              <a:latin typeface="Perpetua"/>
            </a:endParaRPr>
          </a:p>
          <a:p>
            <a:pPr marL="514440" indent="-514440">
              <a:lnSpc>
                <a:spcPct val="80000"/>
              </a:lnSpc>
              <a:spcBef>
                <a:spcPts val="5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300" b="0" u="none" strike="noStrike">
                <a:solidFill>
                  <a:srgbClr val="000000"/>
                </a:solidFill>
                <a:effectLst/>
                <a:uFillTx/>
                <a:latin typeface="Perpetua"/>
              </a:rPr>
              <a:t>ስለ ትንሣኤ </a:t>
            </a:r>
            <a:endParaRPr lang="en-US" sz="3300" b="0" u="none" strike="noStrike">
              <a:solidFill>
                <a:srgbClr val="000000"/>
              </a:solidFill>
              <a:effectLst/>
              <a:uFillTx/>
              <a:latin typeface="Perpetua"/>
            </a:endParaRPr>
          </a:p>
          <a:p>
            <a:pPr marL="514440" indent="-514440">
              <a:lnSpc>
                <a:spcPct val="80000"/>
              </a:lnSpc>
              <a:spcBef>
                <a:spcPts val="5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300" b="0" u="none" strike="noStrike">
                <a:solidFill>
                  <a:srgbClr val="000000"/>
                </a:solidFill>
                <a:effectLst/>
                <a:uFillTx/>
                <a:latin typeface="Perpetua"/>
              </a:rPr>
              <a:t>ስለ እግዚአብሔር መገለጥ </a:t>
            </a:r>
            <a:endParaRPr lang="en-US" sz="3300" b="0" u="none" strike="noStrike">
              <a:solidFill>
                <a:srgbClr val="000000"/>
              </a:solidFill>
              <a:effectLst/>
              <a:uFillTx/>
              <a:latin typeface="Perpetua"/>
            </a:endParaRPr>
          </a:p>
          <a:p>
            <a:pPr marL="514440" indent="-514440">
              <a:lnSpc>
                <a:spcPct val="80000"/>
              </a:lnSpc>
              <a:spcBef>
                <a:spcPts val="5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300" b="0" u="none" strike="noStrike">
                <a:solidFill>
                  <a:srgbClr val="000000"/>
                </a:solidFill>
                <a:effectLst/>
                <a:uFillTx/>
                <a:latin typeface="Perpetua"/>
              </a:rPr>
              <a:t>ስለ ዕርገት</a:t>
            </a:r>
            <a:endParaRPr lang="en-US" sz="3300" b="0" u="none" strike="noStrike">
              <a:solidFill>
                <a:srgbClr val="000000"/>
              </a:solidFill>
              <a:effectLst/>
              <a:uFillTx/>
              <a:latin typeface="Perpetua"/>
            </a:endParaRPr>
          </a:p>
          <a:p>
            <a:pPr marL="514440" indent="-514440">
              <a:lnSpc>
                <a:spcPct val="80000"/>
              </a:lnSpc>
              <a:spcBef>
                <a:spcPts val="5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300" b="0" u="none" strike="noStrike">
                <a:solidFill>
                  <a:srgbClr val="000000"/>
                </a:solidFill>
                <a:effectLst/>
                <a:uFillTx/>
                <a:latin typeface="Perpetua"/>
              </a:rPr>
              <a:t>ስለ ዳግም ምጽአት </a:t>
            </a:r>
            <a:r>
              <a:rPr lang="en-US" sz="3300" b="0" u="none" strike="noStrike">
                <a:solidFill>
                  <a:srgbClr val="000000"/>
                </a:solidFill>
                <a:effectLst/>
                <a:uFillTx/>
                <a:latin typeface="Perpetua"/>
              </a:rPr>
              <a:t>. . . </a:t>
            </a:r>
            <a:endParaRPr lang="en-US" sz="3300" b="0" u="none" strike="noStrike">
              <a:solidFill>
                <a:srgbClr val="000000"/>
              </a:solidFill>
              <a:effectLst/>
              <a:uFillTx/>
              <a:latin typeface="Perpetu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914400" y="2743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91440" anchor="b">
            <a:noAutofit/>
          </a:bodyPr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800" b="0" u="none" strike="noStrike">
                <a:solidFill>
                  <a:srgbClr val="FF0000"/>
                </a:solidFill>
                <a:effectLst/>
                <a:uFillTx/>
                <a:latin typeface="Franklin Gothic Book"/>
              </a:rPr>
              <a:t>2. </a:t>
            </a:r>
            <a:r>
              <a:rPr lang="en-US" sz="4800" b="0" u="none" strike="noStrike">
                <a:solidFill>
                  <a:srgbClr val="FF0000"/>
                </a:solidFill>
                <a:effectLst/>
                <a:uFillTx/>
                <a:latin typeface="Franklin Gothic Book"/>
              </a:rPr>
              <a:t>አንድ ጥቅስ ተኮር </a:t>
            </a:r>
            <a:endParaRPr lang="en-US" sz="4800" b="0" u="none" strike="noStrike">
              <a:solidFill>
                <a:srgbClr val="696464"/>
              </a:solidFill>
              <a:effectLst/>
              <a:uFillTx/>
              <a:latin typeface="Franklin Gothic Book"/>
            </a:endParaRPr>
          </a:p>
        </p:txBody>
      </p:sp>
      <p:sp>
        <p:nvSpPr>
          <p:cNvPr id="100" name="Slide Number Placeholder 3"/>
          <p:cNvSpPr/>
          <p:nvPr/>
        </p:nvSpPr>
        <p:spPr>
          <a:xfrm>
            <a:off x="146160" y="6210360"/>
            <a:ext cx="457200" cy="457200"/>
          </a:xfrm>
          <a:prstGeom prst="ellipse">
            <a:avLst/>
          </a:prstGeom>
          <a:solidFill>
            <a:srgbClr val="D3481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 anchorCtr="1">
            <a:no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39752CA8-2B43-4FDC-A493-ECDCEEFE52C1}" type="slidenum"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Franklin Gothic Book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"/>
          <p:cNvSpPr txBox="1"/>
          <p:nvPr/>
        </p:nvSpPr>
        <p:spPr>
          <a:xfrm>
            <a:off x="457200" y="1447920"/>
            <a:ext cx="8229600" cy="5029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272880" indent="-272880">
              <a:spcBef>
                <a:spcPts val="575"/>
              </a:spcBef>
              <a:buClr>
                <a:srgbClr val="D34817"/>
              </a:buClr>
              <a:buSzPct val="85000"/>
              <a:buFont typeface="Wingdings 2" charset="2"/>
              <a:buChar char="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Perpetua"/>
              </a:rPr>
              <a:t>“</a:t>
            </a:r>
            <a:r>
              <a:rPr lang="am-ET" sz="3200" b="0" u="none" strike="noStrike">
                <a:solidFill>
                  <a:srgbClr val="000000"/>
                </a:solidFill>
                <a:effectLst/>
                <a:uFillTx/>
                <a:latin typeface="Nyala"/>
              </a:rPr>
              <a:t>ከመጥምቁም ከዮሐንስ ዘመን ጀምሮ እስከ ዛሬ ድረስ መንግሥተ ሰማያት ትገፋለች፥ ግፈኞችም ይናጠቋታል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Perpetua"/>
              </a:rPr>
              <a:t>፡፡” </a:t>
            </a:r>
            <a:r>
              <a:rPr lang="en-US" sz="4400" b="1" u="none" strike="noStrike">
                <a:solidFill>
                  <a:srgbClr val="FF0000"/>
                </a:solidFill>
                <a:effectLst/>
                <a:uFillTx/>
                <a:latin typeface="Perpetua"/>
              </a:rPr>
              <a:t>ማቴ</a:t>
            </a:r>
            <a:r>
              <a:rPr lang="en-US" sz="4400" b="1" u="none" strike="noStrike">
                <a:solidFill>
                  <a:srgbClr val="FF0000"/>
                </a:solidFill>
                <a:effectLst/>
                <a:uFillTx/>
                <a:latin typeface="Perpetua"/>
              </a:rPr>
              <a:t>. 11</a:t>
            </a:r>
            <a:r>
              <a:rPr lang="en-US" sz="4400" b="1" u="none" strike="noStrike">
                <a:solidFill>
                  <a:srgbClr val="FF0000"/>
                </a:solidFill>
                <a:effectLst/>
                <a:uFillTx/>
                <a:latin typeface="Perpetua"/>
              </a:rPr>
              <a:t>፡</a:t>
            </a:r>
            <a:r>
              <a:rPr lang="en-US" sz="4400" b="1" u="none" strike="noStrike">
                <a:solidFill>
                  <a:srgbClr val="FF0000"/>
                </a:solidFill>
                <a:effectLst/>
                <a:uFillTx/>
                <a:latin typeface="Perpetua"/>
              </a:rPr>
              <a:t>12 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Perpetua"/>
            </a:endParaRPr>
          </a:p>
          <a:p>
            <a:pPr marL="272880" indent="-272880">
              <a:spcBef>
                <a:spcPts val="575"/>
              </a:spcBef>
              <a:buClr>
                <a:srgbClr val="D34817"/>
              </a:buClr>
              <a:buSzPct val="85000"/>
              <a:buFont typeface="Wingdings 2" charset="2"/>
              <a:buChar char="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Perpetua"/>
              </a:rPr>
              <a:t>“</a:t>
            </a:r>
            <a:r>
              <a:rPr lang="am-ET" sz="2600" b="0" u="none" strike="noStrike">
                <a:solidFill>
                  <a:srgbClr val="000000"/>
                </a:solidFill>
                <a:effectLst/>
                <a:uFillTx/>
                <a:latin typeface="Nyala"/>
              </a:rPr>
              <a:t>ከሰማርያ አንዲት ሴት ውኃ ልትቀዳ መጣች። ኢየሱስም፦ ውኃ አጠጪኝ አላት፤</a:t>
            </a: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Perpetua"/>
              </a:rPr>
              <a:t> </a:t>
            </a:r>
            <a:r>
              <a:rPr lang="am-ET" sz="2600" b="0" u="none" strike="noStrike">
                <a:solidFill>
                  <a:srgbClr val="000000"/>
                </a:solidFill>
                <a:effectLst/>
                <a:uFillTx/>
                <a:latin typeface="Nyala"/>
              </a:rPr>
              <a:t>ደቀ መዛሙርቱ ምግብ ሊገዙ ወደ ከተማ ሄደው ነበርና።</a:t>
            </a: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Perpetua"/>
              </a:rPr>
              <a:t> </a:t>
            </a:r>
            <a:r>
              <a:rPr lang="am-ET" sz="2600" b="0" u="none" strike="noStrike">
                <a:solidFill>
                  <a:srgbClr val="000000"/>
                </a:solidFill>
                <a:effectLst/>
                <a:uFillTx/>
                <a:latin typeface="Nyala"/>
              </a:rPr>
              <a:t> ስለዚህ ሳምራዊቲቱ</a:t>
            </a: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Perpetua"/>
              </a:rPr>
              <a:t>፡</a:t>
            </a: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Perpetua"/>
              </a:rPr>
              <a:t>- </a:t>
            </a:r>
            <a:r>
              <a:rPr lang="am-ET" sz="2600" b="0" u="none" strike="noStrike">
                <a:solidFill>
                  <a:srgbClr val="000000"/>
                </a:solidFill>
                <a:effectLst/>
                <a:uFillTx/>
                <a:latin typeface="Nyala"/>
              </a:rPr>
              <a:t>አንተ የይሁዳ ሰው ስትሆን ሳምራዊት ሴት ከምሆን ከእኔ መጠጥ እንዴት ትለምናለህ</a:t>
            </a:r>
            <a:r>
              <a:rPr lang="am-ET" sz="2600" b="0" u="none" strike="noStrike">
                <a:solidFill>
                  <a:srgbClr val="000000"/>
                </a:solidFill>
                <a:effectLst/>
                <a:uFillTx/>
                <a:latin typeface="Nyala"/>
              </a:rPr>
              <a:t>? </a:t>
            </a:r>
            <a:r>
              <a:rPr lang="am-ET" sz="2600" b="0" u="none" strike="noStrike">
                <a:solidFill>
                  <a:srgbClr val="000000"/>
                </a:solidFill>
                <a:effectLst/>
                <a:uFillTx/>
                <a:latin typeface="Nyala"/>
              </a:rPr>
              <a:t>አለችው፤ አይሁድ ከሳምራውያን ጋር አይተባበሩም ነበርና።</a:t>
            </a: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Perpetua"/>
              </a:rPr>
              <a:t> </a:t>
            </a: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Perpetua"/>
              </a:rPr>
              <a:t>. . .” 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Perpetua"/>
            </a:endParaRPr>
          </a:p>
          <a:p>
            <a:pPr marL="272880" indent="-272880" algn="ctr">
              <a:spcBef>
                <a:spcPts val="5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600" b="1" u="none" strike="noStrike">
                <a:solidFill>
                  <a:srgbClr val="FF0000"/>
                </a:solidFill>
                <a:effectLst/>
                <a:uFillTx/>
                <a:latin typeface="Perpetua"/>
              </a:rPr>
              <a:t>ዮሐ</a:t>
            </a:r>
            <a:r>
              <a:rPr lang="en-US" sz="3600" b="1" u="none" strike="noStrike">
                <a:solidFill>
                  <a:srgbClr val="FF0000"/>
                </a:solidFill>
                <a:effectLst/>
                <a:uFillTx/>
                <a:latin typeface="Perpetua"/>
              </a:rPr>
              <a:t>. 4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Perpetu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914400" y="-77760"/>
            <a:ext cx="7772400" cy="6872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91440" anchor="b">
            <a:spAutoFit/>
          </a:bodyPr>
          <a:p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3600" b="0" u="none" strike="noStrike">
              <a:solidFill>
                <a:srgbClr val="696464"/>
              </a:solidFill>
              <a:effectLst/>
              <a:uFillTx/>
              <a:latin typeface="Franklin Gothic Book"/>
            </a:endParaRPr>
          </a:p>
        </p:txBody>
      </p:sp>
      <p:sp>
        <p:nvSpPr>
          <p:cNvPr id="103" name="Slide Number Placeholder 2"/>
          <p:cNvSpPr/>
          <p:nvPr/>
        </p:nvSpPr>
        <p:spPr>
          <a:xfrm>
            <a:off x="146160" y="6210360"/>
            <a:ext cx="457200" cy="457200"/>
          </a:xfrm>
          <a:prstGeom prst="ellipse">
            <a:avLst/>
          </a:prstGeom>
          <a:solidFill>
            <a:srgbClr val="D3481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 anchorCtr="1">
            <a:no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150D6D1F-3F57-4038-8A10-63AB24837CD7}" type="slidenum"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Franklin Gothic Book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"/>
          <p:cNvSpPr txBox="1"/>
          <p:nvPr/>
        </p:nvSpPr>
        <p:spPr>
          <a:xfrm>
            <a:off x="304560" y="761760"/>
            <a:ext cx="8381880" cy="5257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2500" lnSpcReduction="9999"/>
          </a:bodyPr>
          <a:p>
            <a:pPr marL="272880" indent="-272880">
              <a:spcBef>
                <a:spcPts val="575"/>
              </a:spcBef>
              <a:buClr>
                <a:srgbClr val="D34817"/>
              </a:buClr>
              <a:buSzPct val="85000"/>
              <a:buFont typeface="Wingdings 2" charset="2"/>
              <a:buChar char="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600" b="0" u="none" strike="noStrike">
                <a:solidFill>
                  <a:srgbClr val="000000"/>
                </a:solidFill>
                <a:effectLst/>
                <a:uFillTx/>
                <a:latin typeface="Perpetua"/>
              </a:rPr>
              <a:t> “</a:t>
            </a:r>
            <a:r>
              <a:rPr lang="am-ET" sz="3600" b="0" u="none" strike="noStrike">
                <a:solidFill>
                  <a:srgbClr val="000000"/>
                </a:solidFill>
                <a:effectLst/>
                <a:uFillTx/>
                <a:latin typeface="Nyala"/>
              </a:rPr>
              <a:t>አንዳንድ ጊዜ የጌታ መልአክ ወደ መጠመቂያይቱ ወርዶ ውኃውን ያናውጥ ነበርና፤ እንግዲህ ከውኃው መናወጥ በኋላ በመጀመሪያ የገባ ከማናቸው ካለበት ደዌ ጤናማ ይሆን ነበር።</a:t>
            </a:r>
            <a:r>
              <a:rPr lang="en-US" sz="3600" b="0" u="none" strike="noStrike">
                <a:solidFill>
                  <a:srgbClr val="000000"/>
                </a:solidFill>
                <a:effectLst/>
                <a:uFillTx/>
                <a:latin typeface="Perpetua"/>
              </a:rPr>
              <a:t> </a:t>
            </a:r>
            <a:r>
              <a:rPr lang="am-ET" sz="3600" b="0" u="none" strike="noStrike">
                <a:solidFill>
                  <a:srgbClr val="000000"/>
                </a:solidFill>
                <a:effectLst/>
                <a:uFillTx/>
                <a:latin typeface="Nyala"/>
              </a:rPr>
              <a:t>በዚያም ከሠላሳ ስምንት ዓመት ጀምሮ የታመመ አንድ ሰው ነበረ፤</a:t>
            </a:r>
            <a:r>
              <a:rPr lang="en-US" sz="3600" b="0" u="none" strike="noStrike">
                <a:solidFill>
                  <a:srgbClr val="000000"/>
                </a:solidFill>
                <a:effectLst/>
                <a:uFillTx/>
                <a:latin typeface="Perpetua"/>
              </a:rPr>
              <a:t> </a:t>
            </a:r>
            <a:r>
              <a:rPr lang="am-ET" sz="3600" b="0" u="none" strike="noStrike">
                <a:solidFill>
                  <a:srgbClr val="000000"/>
                </a:solidFill>
                <a:effectLst/>
                <a:uFillTx/>
                <a:latin typeface="Nyala"/>
              </a:rPr>
              <a:t>ኢየሱስ ይህን ሰው ተኝቶ ባየ ጊዜ፥ እስከ አሁን ብዙ ዘመን እንዲሁ እንደ ነበረ አውቆ። ልትድን ትወዳለህን</a:t>
            </a:r>
            <a:r>
              <a:rPr lang="am-ET" sz="3600" b="0" u="none" strike="noStrike">
                <a:solidFill>
                  <a:srgbClr val="000000"/>
                </a:solidFill>
                <a:effectLst/>
                <a:uFillTx/>
                <a:latin typeface="Nyala"/>
              </a:rPr>
              <a:t>? </a:t>
            </a:r>
            <a:r>
              <a:rPr lang="am-ET" sz="3600" b="0" u="none" strike="noStrike">
                <a:solidFill>
                  <a:srgbClr val="000000"/>
                </a:solidFill>
                <a:effectLst/>
                <a:uFillTx/>
                <a:latin typeface="Nyala"/>
              </a:rPr>
              <a:t>አለው።</a:t>
            </a:r>
            <a:r>
              <a:rPr lang="en-US" sz="3600" b="0" u="none" strike="noStrike">
                <a:solidFill>
                  <a:srgbClr val="000000"/>
                </a:solidFill>
                <a:effectLst/>
                <a:uFillTx/>
                <a:latin typeface="Perpetua"/>
              </a:rPr>
              <a:t>”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Perpetua"/>
            </a:endParaRPr>
          </a:p>
          <a:p>
            <a:pPr marL="272880" indent="-272880" algn="ctr">
              <a:spcBef>
                <a:spcPts val="5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600" b="1" u="none" strike="noStrike">
                <a:solidFill>
                  <a:srgbClr val="FF0000"/>
                </a:solidFill>
                <a:effectLst/>
                <a:uFillTx/>
                <a:latin typeface="Perpetua"/>
              </a:rPr>
              <a:t> </a:t>
            </a:r>
            <a:r>
              <a:rPr lang="en-US" sz="4400" b="1" u="none" strike="noStrike">
                <a:solidFill>
                  <a:srgbClr val="FF0000"/>
                </a:solidFill>
                <a:effectLst/>
                <a:uFillTx/>
                <a:latin typeface="Perpetua"/>
              </a:rPr>
              <a:t>ዮሐ</a:t>
            </a:r>
            <a:r>
              <a:rPr lang="en-US" sz="4400" b="1" u="none" strike="noStrike">
                <a:solidFill>
                  <a:srgbClr val="FF0000"/>
                </a:solidFill>
                <a:effectLst/>
                <a:uFillTx/>
                <a:latin typeface="Perpetua"/>
              </a:rPr>
              <a:t>. 5</a:t>
            </a:r>
            <a:r>
              <a:rPr lang="en-US" sz="4400" b="1" u="none" strike="noStrike">
                <a:solidFill>
                  <a:srgbClr val="FF0000"/>
                </a:solidFill>
                <a:effectLst/>
                <a:uFillTx/>
                <a:latin typeface="Perpetua"/>
              </a:rPr>
              <a:t>፡</a:t>
            </a:r>
            <a:r>
              <a:rPr lang="en-US" sz="4400" b="1" u="none" strike="noStrike">
                <a:solidFill>
                  <a:srgbClr val="FF0000"/>
                </a:solidFill>
                <a:effectLst/>
                <a:uFillTx/>
                <a:latin typeface="Perpetua"/>
              </a:rPr>
              <a:t>1-6 </a:t>
            </a:r>
            <a:br>
              <a:rPr sz="3200"/>
            </a:br>
            <a:endParaRPr lang="en-US" sz="4400" b="0" u="none" strike="noStrike">
              <a:solidFill>
                <a:srgbClr val="000000"/>
              </a:solidFill>
              <a:effectLst/>
              <a:uFillTx/>
              <a:latin typeface="Perpetua"/>
            </a:endParaRPr>
          </a:p>
          <a:p>
            <a:pPr marL="272880" indent="-272880">
              <a:lnSpc>
                <a:spcPct val="100000"/>
              </a:lnSpc>
              <a:spcBef>
                <a:spcPts val="575"/>
              </a:spcBef>
              <a:buClr>
                <a:srgbClr val="D34817"/>
              </a:buClr>
              <a:buSzPct val="85000"/>
              <a:buFont typeface="Wingdings 2" charset="2"/>
              <a:buChar char="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Perpetu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914400" y="274680"/>
            <a:ext cx="7772400" cy="944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91440" anchor="b">
            <a:noAutofit/>
          </a:bodyPr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br>
              <a:rPr sz="5400"/>
            </a:br>
            <a:br>
              <a:rPr sz="5400"/>
            </a:br>
            <a:br>
              <a:rPr sz="5400"/>
            </a:br>
            <a:r>
              <a:rPr lang="en-US" sz="5400" b="0" u="none" strike="noStrike">
                <a:solidFill>
                  <a:srgbClr val="FF0000"/>
                </a:solidFill>
                <a:effectLst/>
                <a:uFillTx/>
                <a:latin typeface="Franklin Gothic Book"/>
              </a:rPr>
              <a:t>3. </a:t>
            </a:r>
            <a:r>
              <a:rPr lang="en-US" sz="5400" b="0" u="none" strike="noStrike">
                <a:solidFill>
                  <a:srgbClr val="FF0000"/>
                </a:solidFill>
                <a:effectLst/>
                <a:uFillTx/>
                <a:latin typeface="Franklin Gothic Book"/>
              </a:rPr>
              <a:t>ታሪክ ተኮር</a:t>
            </a:r>
            <a:endParaRPr lang="en-US" sz="5400" b="0" u="none" strike="noStrike">
              <a:solidFill>
                <a:srgbClr val="696464"/>
              </a:solidFill>
              <a:effectLst/>
              <a:uFillTx/>
              <a:latin typeface="Franklin Gothic Book"/>
            </a:endParaRPr>
          </a:p>
        </p:txBody>
      </p:sp>
      <p:sp>
        <p:nvSpPr>
          <p:cNvPr id="106" name="Slide Number Placeholder 3"/>
          <p:cNvSpPr/>
          <p:nvPr/>
        </p:nvSpPr>
        <p:spPr>
          <a:xfrm>
            <a:off x="146160" y="6210360"/>
            <a:ext cx="457200" cy="457200"/>
          </a:xfrm>
          <a:prstGeom prst="ellipse">
            <a:avLst/>
          </a:prstGeom>
          <a:solidFill>
            <a:srgbClr val="D3481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 anchorCtr="1">
            <a:no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FD9D199A-04A9-4B01-82CE-44082E13294B}" type="slidenum"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Franklin Gothic Book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"/>
          <p:cNvSpPr txBox="1"/>
          <p:nvPr/>
        </p:nvSpPr>
        <p:spPr>
          <a:xfrm>
            <a:off x="914400" y="1447920"/>
            <a:ext cx="7772400" cy="4572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>
              <a:spcBef>
                <a:spcPts val="5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Perpetua"/>
              </a:rPr>
              <a:t> 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Perpetua"/>
            </a:endParaRPr>
          </a:p>
          <a:p>
            <a:pPr marL="343080" indent="-343080">
              <a:spcBef>
                <a:spcPts val="575"/>
              </a:spcBef>
              <a:buClr>
                <a:srgbClr val="D34817"/>
              </a:buClr>
              <a:buSzPct val="85000"/>
              <a:buFont typeface="Wingdings" charset="2"/>
              <a:buChar char="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Perpetua"/>
              </a:rPr>
              <a:t> </a:t>
            </a:r>
            <a:r>
              <a:rPr lang="en-US" sz="3600" b="0" u="none" strike="noStrike">
                <a:solidFill>
                  <a:srgbClr val="000000"/>
                </a:solidFill>
                <a:effectLst/>
                <a:uFillTx/>
                <a:latin typeface="Perpetua"/>
              </a:rPr>
              <a:t>የእስራኤላውያንን ከግብጽ መውጣት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Perpetua"/>
            </a:endParaRPr>
          </a:p>
          <a:p>
            <a:pPr marL="343080" indent="-343080">
              <a:spcBef>
                <a:spcPts val="575"/>
              </a:spcBef>
              <a:buClr>
                <a:srgbClr val="D34817"/>
              </a:buClr>
              <a:buSzPct val="85000"/>
              <a:buFont typeface="Wingdings" charset="2"/>
              <a:buChar char="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600" b="0" u="none" strike="noStrike">
                <a:solidFill>
                  <a:srgbClr val="000000"/>
                </a:solidFill>
                <a:effectLst/>
                <a:uFillTx/>
                <a:latin typeface="Perpetua"/>
              </a:rPr>
              <a:t> የእስራኤላውያን መማረክ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Perpetua"/>
            </a:endParaRPr>
          </a:p>
          <a:p>
            <a:pPr marL="343080" indent="-343080">
              <a:spcBef>
                <a:spcPts val="575"/>
              </a:spcBef>
              <a:buClr>
                <a:srgbClr val="D34817"/>
              </a:buClr>
              <a:buSzPct val="85000"/>
              <a:buFont typeface="Wingdings" charset="2"/>
              <a:buChar char="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600" b="0" u="none" strike="noStrike">
                <a:solidFill>
                  <a:srgbClr val="000000"/>
                </a:solidFill>
                <a:effectLst/>
                <a:uFillTx/>
                <a:latin typeface="Perpetua"/>
              </a:rPr>
              <a:t> የሐዋርያት ወደ ዓለም መላክ 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Perpetua"/>
            </a:endParaRPr>
          </a:p>
          <a:p>
            <a:pPr marL="343080" indent="-343080">
              <a:spcBef>
                <a:spcPts val="575"/>
              </a:spcBef>
              <a:buClr>
                <a:srgbClr val="D34817"/>
              </a:buClr>
              <a:buSzPct val="85000"/>
              <a:buFont typeface="Wingdings" charset="2"/>
              <a:buChar char="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600" b="0" u="none" strike="noStrike">
                <a:solidFill>
                  <a:srgbClr val="000000"/>
                </a:solidFill>
                <a:effectLst/>
                <a:uFillTx/>
                <a:latin typeface="Perpetua"/>
              </a:rPr>
              <a:t> . . .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Perpetua"/>
            </a:endParaRPr>
          </a:p>
          <a:p>
            <a:pPr>
              <a:spcBef>
                <a:spcPts val="5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600" b="0" u="none" strike="noStrike">
                <a:solidFill>
                  <a:srgbClr val="000000"/>
                </a:solidFill>
                <a:effectLst/>
                <a:uFillTx/>
                <a:latin typeface="Perpetua"/>
              </a:rPr>
              <a:t> 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Perpetu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914400" y="2743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91440" anchor="b">
            <a:noAutofit/>
          </a:bodyPr>
          <a:p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000" b="0" u="none" strike="noStrike">
                <a:solidFill>
                  <a:srgbClr val="FF0000"/>
                </a:solidFill>
                <a:effectLst/>
                <a:uFillTx/>
                <a:latin typeface="Franklin Gothic Book"/>
              </a:rPr>
              <a:t>4.  </a:t>
            </a:r>
            <a:r>
              <a:rPr lang="en-US" sz="4000" b="0" u="none" strike="noStrike">
                <a:solidFill>
                  <a:srgbClr val="FF0000"/>
                </a:solidFill>
                <a:effectLst/>
                <a:uFillTx/>
                <a:latin typeface="Franklin Gothic Book"/>
              </a:rPr>
              <a:t>የአንድ ቅዱስ ሕይወት መሠረት ያደረገ</a:t>
            </a:r>
            <a:endParaRPr lang="en-US" sz="4000" b="0" u="none" strike="noStrike">
              <a:solidFill>
                <a:srgbClr val="696464"/>
              </a:solidFill>
              <a:effectLst/>
              <a:uFillTx/>
              <a:latin typeface="Franklin Gothic Book"/>
            </a:endParaRPr>
          </a:p>
        </p:txBody>
      </p:sp>
      <p:sp>
        <p:nvSpPr>
          <p:cNvPr id="109" name="Slide Number Placeholder 3"/>
          <p:cNvSpPr/>
          <p:nvPr/>
        </p:nvSpPr>
        <p:spPr>
          <a:xfrm>
            <a:off x="146160" y="6210360"/>
            <a:ext cx="457200" cy="457200"/>
          </a:xfrm>
          <a:prstGeom prst="ellipse">
            <a:avLst/>
          </a:prstGeom>
          <a:solidFill>
            <a:srgbClr val="D3481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 anchorCtr="1">
            <a:no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37A6E41A-A8B1-43FD-8894-A2AE20CE5E07}" type="slidenum"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Franklin Gothic Book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"/>
          <p:cNvSpPr txBox="1"/>
          <p:nvPr/>
        </p:nvSpPr>
        <p:spPr>
          <a:xfrm>
            <a:off x="914400" y="1447920"/>
            <a:ext cx="7772400" cy="4572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272880" indent="-272880">
              <a:lnSpc>
                <a:spcPct val="90000"/>
              </a:lnSpc>
              <a:spcBef>
                <a:spcPts val="5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600" b="0" u="none" strike="noStrike">
                <a:solidFill>
                  <a:srgbClr val="000000"/>
                </a:solidFill>
                <a:effectLst/>
                <a:uFillTx/>
                <a:latin typeface="Perpetua"/>
              </a:rPr>
              <a:t>ለምሳሌ 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Perpetua"/>
            </a:endParaRPr>
          </a:p>
          <a:p>
            <a:pPr marL="272880" indent="-272880">
              <a:lnSpc>
                <a:spcPct val="90000"/>
              </a:lnSpc>
              <a:spcBef>
                <a:spcPts val="575"/>
              </a:spcBef>
              <a:buClr>
                <a:srgbClr val="D34817"/>
              </a:buClr>
              <a:buSzPct val="85000"/>
              <a:buFont typeface="Wingdings" charset="2"/>
              <a:buChar char="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600" b="0" u="none" strike="noStrike">
                <a:solidFill>
                  <a:srgbClr val="000000"/>
                </a:solidFill>
                <a:effectLst/>
                <a:uFillTx/>
                <a:latin typeface="Perpetua"/>
              </a:rPr>
              <a:t> የሙሴ ሕይወት </a:t>
            </a:r>
            <a:r>
              <a:rPr lang="en-US" sz="3600" b="0" u="none" strike="noStrike">
                <a:solidFill>
                  <a:srgbClr val="000000"/>
                </a:solidFill>
                <a:effectLst/>
                <a:uFillTx/>
                <a:latin typeface="Perpetua"/>
              </a:rPr>
              <a:t>- </a:t>
            </a:r>
            <a:r>
              <a:rPr lang="en-US" sz="3600" b="0" u="none" strike="noStrike">
                <a:solidFill>
                  <a:srgbClr val="000000"/>
                </a:solidFill>
                <a:effectLst/>
                <a:uFillTx/>
                <a:latin typeface="Perpetua"/>
              </a:rPr>
              <a:t>በፊትና በኋላ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Perpetua"/>
            </a:endParaRPr>
          </a:p>
          <a:p>
            <a:pPr marL="272880" indent="-272880">
              <a:lnSpc>
                <a:spcPct val="90000"/>
              </a:lnSpc>
              <a:spcBef>
                <a:spcPts val="575"/>
              </a:spcBef>
              <a:buClr>
                <a:srgbClr val="D34817"/>
              </a:buClr>
              <a:buSzPct val="85000"/>
              <a:buFont typeface="Wingdings" charset="2"/>
              <a:buChar char="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600" b="0" u="none" strike="noStrike">
                <a:solidFill>
                  <a:srgbClr val="000000"/>
                </a:solidFill>
                <a:effectLst/>
                <a:uFillTx/>
                <a:latin typeface="Perpetua"/>
              </a:rPr>
              <a:t> የኢሳይያስ ሕይወት </a:t>
            </a:r>
            <a:r>
              <a:rPr lang="en-US" sz="3600" b="0" u="none" strike="noStrike">
                <a:solidFill>
                  <a:srgbClr val="000000"/>
                </a:solidFill>
                <a:effectLst/>
                <a:uFillTx/>
                <a:latin typeface="Perpetua"/>
              </a:rPr>
              <a:t>- </a:t>
            </a:r>
            <a:r>
              <a:rPr lang="en-US" sz="3600" b="0" u="none" strike="noStrike">
                <a:solidFill>
                  <a:srgbClr val="000000"/>
                </a:solidFill>
                <a:effectLst/>
                <a:uFillTx/>
                <a:latin typeface="Perpetua"/>
              </a:rPr>
              <a:t>በፊትና በኋላ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Perpetua"/>
            </a:endParaRPr>
          </a:p>
          <a:p>
            <a:pPr marL="272880" indent="-272880">
              <a:lnSpc>
                <a:spcPct val="90000"/>
              </a:lnSpc>
              <a:spcBef>
                <a:spcPts val="575"/>
              </a:spcBef>
              <a:buClr>
                <a:srgbClr val="D34817"/>
              </a:buClr>
              <a:buSzPct val="85000"/>
              <a:buFont typeface="Wingdings" charset="2"/>
              <a:buChar char="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600" b="0" u="none" strike="noStrike">
                <a:solidFill>
                  <a:srgbClr val="000000"/>
                </a:solidFill>
                <a:effectLst/>
                <a:uFillTx/>
                <a:latin typeface="Perpetua"/>
              </a:rPr>
              <a:t> የዮናስ ሕይወት </a:t>
            </a:r>
            <a:r>
              <a:rPr lang="en-US" sz="3600" b="0" u="none" strike="noStrike">
                <a:solidFill>
                  <a:srgbClr val="000000"/>
                </a:solidFill>
                <a:effectLst/>
                <a:uFillTx/>
                <a:latin typeface="Perpetua"/>
              </a:rPr>
              <a:t>- </a:t>
            </a:r>
            <a:r>
              <a:rPr lang="en-US" sz="3600" b="0" u="none" strike="noStrike">
                <a:solidFill>
                  <a:srgbClr val="000000"/>
                </a:solidFill>
                <a:effectLst/>
                <a:uFillTx/>
                <a:latin typeface="Perpetua"/>
              </a:rPr>
              <a:t>በፊትና በኋላ 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Perpetua"/>
            </a:endParaRPr>
          </a:p>
          <a:p>
            <a:pPr marL="272880" indent="-272880">
              <a:lnSpc>
                <a:spcPct val="90000"/>
              </a:lnSpc>
              <a:spcBef>
                <a:spcPts val="575"/>
              </a:spcBef>
              <a:buClr>
                <a:srgbClr val="D34817"/>
              </a:buClr>
              <a:buSzPct val="85000"/>
              <a:buFont typeface="Wingdings" charset="2"/>
              <a:buChar char="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600" b="0" u="none" strike="noStrike">
                <a:solidFill>
                  <a:srgbClr val="000000"/>
                </a:solidFill>
                <a:effectLst/>
                <a:uFillTx/>
                <a:latin typeface="Perpetua"/>
              </a:rPr>
              <a:t> የቅ</a:t>
            </a:r>
            <a:r>
              <a:rPr lang="en-US" sz="3600" b="0" u="none" strike="noStrike">
                <a:solidFill>
                  <a:srgbClr val="000000"/>
                </a:solidFill>
                <a:effectLst/>
                <a:uFillTx/>
                <a:latin typeface="Perpetua"/>
              </a:rPr>
              <a:t>. </a:t>
            </a:r>
            <a:r>
              <a:rPr lang="en-US" sz="3600" b="0" u="none" strike="noStrike">
                <a:solidFill>
                  <a:srgbClr val="000000"/>
                </a:solidFill>
                <a:effectLst/>
                <a:uFillTx/>
                <a:latin typeface="Perpetua"/>
              </a:rPr>
              <a:t>ጴጥሮስ ሕይወት </a:t>
            </a:r>
            <a:r>
              <a:rPr lang="en-US" sz="3600" b="0" u="none" strike="noStrike">
                <a:solidFill>
                  <a:srgbClr val="000000"/>
                </a:solidFill>
                <a:effectLst/>
                <a:uFillTx/>
                <a:latin typeface="Perpetua"/>
              </a:rPr>
              <a:t>- </a:t>
            </a:r>
            <a:r>
              <a:rPr lang="en-US" sz="3600" b="0" u="none" strike="noStrike">
                <a:solidFill>
                  <a:srgbClr val="000000"/>
                </a:solidFill>
                <a:effectLst/>
                <a:uFillTx/>
                <a:latin typeface="Perpetua"/>
              </a:rPr>
              <a:t>በፊትና በኋላ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Perpetua"/>
            </a:endParaRPr>
          </a:p>
          <a:p>
            <a:pPr marL="272880" indent="-272880">
              <a:lnSpc>
                <a:spcPct val="90000"/>
              </a:lnSpc>
              <a:spcBef>
                <a:spcPts val="575"/>
              </a:spcBef>
              <a:buClr>
                <a:srgbClr val="D34817"/>
              </a:buClr>
              <a:buSzPct val="85000"/>
              <a:buFont typeface="Wingdings" charset="2"/>
              <a:buChar char="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600" b="0" u="none" strike="noStrike">
                <a:solidFill>
                  <a:srgbClr val="000000"/>
                </a:solidFill>
                <a:effectLst/>
                <a:uFillTx/>
                <a:latin typeface="Perpetua"/>
              </a:rPr>
              <a:t> የቅ</a:t>
            </a:r>
            <a:r>
              <a:rPr lang="en-US" sz="3600" b="0" u="none" strike="noStrike">
                <a:solidFill>
                  <a:srgbClr val="000000"/>
                </a:solidFill>
                <a:effectLst/>
                <a:uFillTx/>
                <a:latin typeface="Perpetua"/>
              </a:rPr>
              <a:t>. </a:t>
            </a:r>
            <a:r>
              <a:rPr lang="en-US" sz="3600" b="0" u="none" strike="noStrike">
                <a:solidFill>
                  <a:srgbClr val="000000"/>
                </a:solidFill>
                <a:effectLst/>
                <a:uFillTx/>
                <a:latin typeface="Perpetua"/>
              </a:rPr>
              <a:t>ጳውሎስ ሕይወት </a:t>
            </a:r>
            <a:r>
              <a:rPr lang="en-US" sz="3600" b="0" u="none" strike="noStrike">
                <a:solidFill>
                  <a:srgbClr val="000000"/>
                </a:solidFill>
                <a:effectLst/>
                <a:uFillTx/>
                <a:latin typeface="Perpetua"/>
              </a:rPr>
              <a:t>- </a:t>
            </a:r>
            <a:r>
              <a:rPr lang="en-US" sz="3600" b="0" u="none" strike="noStrike">
                <a:solidFill>
                  <a:srgbClr val="000000"/>
                </a:solidFill>
                <a:effectLst/>
                <a:uFillTx/>
                <a:latin typeface="Perpetua"/>
              </a:rPr>
              <a:t>በፊትና በኋላ 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Perpetua"/>
            </a:endParaRPr>
          </a:p>
          <a:p>
            <a:pPr marL="272880" indent="-272880">
              <a:lnSpc>
                <a:spcPct val="90000"/>
              </a:lnSpc>
              <a:spcBef>
                <a:spcPts val="575"/>
              </a:spcBef>
              <a:buClr>
                <a:srgbClr val="D34817"/>
              </a:buClr>
              <a:buSzPct val="85000"/>
              <a:buFont typeface="Wingdings" charset="2"/>
              <a:buChar char="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600" b="0" u="none" strike="noStrike">
                <a:solidFill>
                  <a:srgbClr val="000000"/>
                </a:solidFill>
                <a:effectLst/>
                <a:uFillTx/>
                <a:latin typeface="Perpetua"/>
              </a:rPr>
              <a:t> የሐዋርያት ሕይወት </a:t>
            </a:r>
            <a:r>
              <a:rPr lang="en-US" sz="3600" b="0" u="none" strike="noStrike">
                <a:solidFill>
                  <a:srgbClr val="000000"/>
                </a:solidFill>
                <a:effectLst/>
                <a:uFillTx/>
                <a:latin typeface="Perpetua"/>
              </a:rPr>
              <a:t>- </a:t>
            </a:r>
            <a:r>
              <a:rPr lang="en-US" sz="3600" b="0" u="none" strike="noStrike">
                <a:solidFill>
                  <a:srgbClr val="000000"/>
                </a:solidFill>
                <a:effectLst/>
                <a:uFillTx/>
                <a:latin typeface="Perpetua"/>
              </a:rPr>
              <a:t>በፊትና በኋላ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Perpetua"/>
            </a:endParaRPr>
          </a:p>
          <a:p>
            <a:pPr marL="272880" indent="-272880">
              <a:lnSpc>
                <a:spcPct val="90000"/>
              </a:lnSpc>
              <a:spcBef>
                <a:spcPts val="575"/>
              </a:spcBef>
              <a:buClr>
                <a:srgbClr val="D34817"/>
              </a:buClr>
              <a:buSzPct val="85000"/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Perpetua"/>
              </a:rPr>
              <a:t> 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Perpetua"/>
            </a:endParaRPr>
          </a:p>
          <a:p>
            <a:pPr marL="272880" indent="-272880">
              <a:lnSpc>
                <a:spcPct val="90000"/>
              </a:lnSpc>
              <a:spcBef>
                <a:spcPts val="575"/>
              </a:spcBef>
              <a:buClr>
                <a:srgbClr val="D34817"/>
              </a:buClr>
              <a:buSzPct val="85000"/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600" b="0" u="none" strike="noStrike">
              <a:solidFill>
                <a:srgbClr val="000000"/>
              </a:solidFill>
              <a:effectLst/>
              <a:uFillTx/>
              <a:latin typeface="Perpetu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914400" y="2743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91440" anchor="b">
            <a:no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am-ET" sz="5400" b="0" u="none" strike="noStrike">
                <a:solidFill>
                  <a:srgbClr val="FF0000"/>
                </a:solidFill>
                <a:effectLst/>
                <a:uFillTx/>
                <a:latin typeface="Nyala"/>
              </a:rPr>
              <a:t>፬</a:t>
            </a:r>
            <a:r>
              <a:rPr lang="en-US" sz="5400" b="0" u="none" strike="noStrike">
                <a:solidFill>
                  <a:srgbClr val="FF0000"/>
                </a:solidFill>
                <a:effectLst/>
                <a:uFillTx/>
                <a:latin typeface="Franklin Gothic Book"/>
              </a:rPr>
              <a:t>. </a:t>
            </a:r>
            <a:r>
              <a:rPr lang="en-US" sz="5400" b="0" u="none" strike="noStrike">
                <a:solidFill>
                  <a:srgbClr val="FF0000"/>
                </a:solidFill>
                <a:effectLst/>
                <a:uFillTx/>
                <a:latin typeface="Franklin Gothic Book"/>
              </a:rPr>
              <a:t>የስብከት  ክፍሎች</a:t>
            </a:r>
            <a:endParaRPr lang="en-US" sz="5400" b="0" u="none" strike="noStrike">
              <a:solidFill>
                <a:srgbClr val="696464"/>
              </a:solidFill>
              <a:effectLst/>
              <a:uFillTx/>
              <a:latin typeface="Franklin Gothic Book"/>
            </a:endParaRPr>
          </a:p>
        </p:txBody>
      </p:sp>
      <p:sp>
        <p:nvSpPr>
          <p:cNvPr id="112" name="Slide Number Placeholder 3"/>
          <p:cNvSpPr/>
          <p:nvPr/>
        </p:nvSpPr>
        <p:spPr>
          <a:xfrm>
            <a:off x="146160" y="6210360"/>
            <a:ext cx="457200" cy="457200"/>
          </a:xfrm>
          <a:prstGeom prst="ellipse">
            <a:avLst/>
          </a:prstGeom>
          <a:solidFill>
            <a:srgbClr val="D3481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 anchorCtr="1">
            <a:no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18F0C06D-62D6-47BB-8EE2-211F072911FD}" type="slidenum"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Franklin Gothic Book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"/>
          <p:cNvSpPr txBox="1"/>
          <p:nvPr/>
        </p:nvSpPr>
        <p:spPr>
          <a:xfrm>
            <a:off x="914400" y="1447920"/>
            <a:ext cx="7772400" cy="4572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743040" indent="-743040">
              <a:spcBef>
                <a:spcPts val="575"/>
              </a:spcBef>
              <a:buClr>
                <a:srgbClr val="D34817"/>
              </a:buClr>
              <a:buSzPct val="85000"/>
              <a:buFont typeface="Perpetua"/>
              <a:buAutoNum type="arabicPeriod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800" b="0" u="none" strike="noStrike">
                <a:solidFill>
                  <a:srgbClr val="000000"/>
                </a:solidFill>
                <a:effectLst/>
                <a:uFillTx/>
                <a:latin typeface="Perpetua"/>
              </a:rPr>
              <a:t>ርእስ</a:t>
            </a:r>
            <a:endParaRPr lang="en-US" sz="4800" b="0" u="none" strike="noStrike">
              <a:solidFill>
                <a:srgbClr val="000000"/>
              </a:solidFill>
              <a:effectLst/>
              <a:uFillTx/>
              <a:latin typeface="Perpetua"/>
            </a:endParaRPr>
          </a:p>
          <a:p>
            <a:pPr marL="743040" indent="-743040">
              <a:spcBef>
                <a:spcPts val="575"/>
              </a:spcBef>
              <a:buClr>
                <a:srgbClr val="D34817"/>
              </a:buClr>
              <a:buSzPct val="85000"/>
              <a:buFont typeface="Perpetua"/>
              <a:buAutoNum type="arabicPeriod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800" b="0" u="none" strike="noStrike">
                <a:solidFill>
                  <a:srgbClr val="000000"/>
                </a:solidFill>
                <a:effectLst/>
                <a:uFillTx/>
                <a:latin typeface="Perpetua"/>
              </a:rPr>
              <a:t>መግቢያ </a:t>
            </a:r>
            <a:endParaRPr lang="en-US" sz="4800" b="0" u="none" strike="noStrike">
              <a:solidFill>
                <a:srgbClr val="000000"/>
              </a:solidFill>
              <a:effectLst/>
              <a:uFillTx/>
              <a:latin typeface="Perpetua"/>
            </a:endParaRPr>
          </a:p>
          <a:p>
            <a:pPr marL="743040" indent="-743040">
              <a:spcBef>
                <a:spcPts val="575"/>
              </a:spcBef>
              <a:buClr>
                <a:srgbClr val="D34817"/>
              </a:buClr>
              <a:buSzPct val="85000"/>
              <a:buFont typeface="Perpetua"/>
              <a:buAutoNum type="arabicPeriod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800" b="0" u="none" strike="noStrike">
                <a:solidFill>
                  <a:srgbClr val="000000"/>
                </a:solidFill>
                <a:effectLst/>
                <a:uFillTx/>
                <a:latin typeface="Perpetua"/>
              </a:rPr>
              <a:t>ሐተታ </a:t>
            </a:r>
            <a:r>
              <a:rPr lang="en-US" sz="4800" b="0" u="none" strike="noStrike">
                <a:solidFill>
                  <a:srgbClr val="000000"/>
                </a:solidFill>
                <a:effectLst/>
                <a:uFillTx/>
                <a:latin typeface="Perpetua"/>
              </a:rPr>
              <a:t>(</a:t>
            </a:r>
            <a:r>
              <a:rPr lang="en-US" sz="4800" b="0" u="none" strike="noStrike">
                <a:solidFill>
                  <a:srgbClr val="000000"/>
                </a:solidFill>
                <a:effectLst/>
                <a:uFillTx/>
                <a:latin typeface="Perpetua"/>
              </a:rPr>
              <a:t>ማብራሪያ</a:t>
            </a:r>
            <a:r>
              <a:rPr lang="en-US" sz="4800" b="0" u="none" strike="noStrike">
                <a:solidFill>
                  <a:srgbClr val="000000"/>
                </a:solidFill>
                <a:effectLst/>
                <a:uFillTx/>
                <a:latin typeface="Perpetua"/>
              </a:rPr>
              <a:t>)</a:t>
            </a:r>
            <a:endParaRPr lang="en-US" sz="4800" b="0" u="none" strike="noStrike">
              <a:solidFill>
                <a:srgbClr val="000000"/>
              </a:solidFill>
              <a:effectLst/>
              <a:uFillTx/>
              <a:latin typeface="Perpetua"/>
            </a:endParaRPr>
          </a:p>
          <a:p>
            <a:pPr marL="743040" indent="-743040">
              <a:spcBef>
                <a:spcPts val="575"/>
              </a:spcBef>
              <a:buClr>
                <a:srgbClr val="D34817"/>
              </a:buClr>
              <a:buSzPct val="85000"/>
              <a:buFont typeface="Perpetua"/>
              <a:buAutoNum type="arabicPeriod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800" b="0" u="none" strike="noStrike">
                <a:solidFill>
                  <a:srgbClr val="000000"/>
                </a:solidFill>
                <a:effectLst/>
                <a:uFillTx/>
                <a:latin typeface="Perpetua"/>
              </a:rPr>
              <a:t>ዋና መልእክት </a:t>
            </a:r>
            <a:endParaRPr lang="en-US" sz="4800" b="0" u="none" strike="noStrike">
              <a:solidFill>
                <a:srgbClr val="000000"/>
              </a:solidFill>
              <a:effectLst/>
              <a:uFillTx/>
              <a:latin typeface="Perpetua"/>
            </a:endParaRPr>
          </a:p>
          <a:p>
            <a:pPr marL="743040" indent="-743040">
              <a:spcBef>
                <a:spcPts val="575"/>
              </a:spcBef>
              <a:buClr>
                <a:srgbClr val="D34817"/>
              </a:buClr>
              <a:buSzPct val="85000"/>
              <a:buFont typeface="Perpetua"/>
              <a:buAutoNum type="arabicPeriod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800" b="0" u="none" strike="noStrike">
                <a:solidFill>
                  <a:srgbClr val="000000"/>
                </a:solidFill>
                <a:effectLst/>
                <a:uFillTx/>
                <a:latin typeface="Perpetua"/>
              </a:rPr>
              <a:t>ማጠቃለያ </a:t>
            </a:r>
            <a:endParaRPr lang="en-US" sz="4800" b="0" u="none" strike="noStrike">
              <a:solidFill>
                <a:srgbClr val="000000"/>
              </a:solidFill>
              <a:effectLst/>
              <a:uFillTx/>
              <a:latin typeface="Perpetua"/>
            </a:endParaRPr>
          </a:p>
          <a:p>
            <a:pPr marL="743040" indent="-743040">
              <a:spcBef>
                <a:spcPts val="575"/>
              </a:spcBef>
              <a:buClr>
                <a:srgbClr val="D34817"/>
              </a:buClr>
              <a:buSzPct val="85000"/>
              <a:buFont typeface="Wingdings 2" charset="2"/>
              <a:buChar char="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4800" b="0" u="none" strike="noStrike">
              <a:solidFill>
                <a:srgbClr val="000000"/>
              </a:solidFill>
              <a:effectLst/>
              <a:uFillTx/>
              <a:latin typeface="Perpetu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914400" y="2743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91440" anchor="b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am-ET" sz="5400" b="0" u="none" strike="noStrike">
                <a:solidFill>
                  <a:srgbClr val="FF0000"/>
                </a:solidFill>
                <a:effectLst/>
                <a:uFillTx/>
                <a:latin typeface="Nyala"/>
              </a:rPr>
              <a:t>፭</a:t>
            </a:r>
            <a:r>
              <a:rPr lang="en-US" sz="5400" b="0" u="none" strike="noStrike">
                <a:solidFill>
                  <a:srgbClr val="FF0000"/>
                </a:solidFill>
                <a:effectLst/>
                <a:uFillTx/>
                <a:latin typeface="Franklin Gothic Book"/>
              </a:rPr>
              <a:t>. </a:t>
            </a:r>
            <a:r>
              <a:rPr lang="en-US" sz="5400" b="0" u="none" strike="noStrike">
                <a:solidFill>
                  <a:srgbClr val="FF0000"/>
                </a:solidFill>
                <a:effectLst/>
                <a:uFillTx/>
                <a:latin typeface="Franklin Gothic Book"/>
              </a:rPr>
              <a:t>የወንጌል ስብከት መንገዶች</a:t>
            </a:r>
            <a:endParaRPr lang="en-US" sz="5400" b="0" u="none" strike="noStrike">
              <a:solidFill>
                <a:srgbClr val="696464"/>
              </a:solidFill>
              <a:effectLst/>
              <a:uFillTx/>
              <a:latin typeface="Franklin Gothic Book"/>
            </a:endParaRPr>
          </a:p>
        </p:txBody>
      </p:sp>
      <p:sp>
        <p:nvSpPr>
          <p:cNvPr id="115" name="Slide Number Placeholder 3"/>
          <p:cNvSpPr/>
          <p:nvPr/>
        </p:nvSpPr>
        <p:spPr>
          <a:xfrm>
            <a:off x="146160" y="6210360"/>
            <a:ext cx="457200" cy="457200"/>
          </a:xfrm>
          <a:prstGeom prst="ellipse">
            <a:avLst/>
          </a:prstGeom>
          <a:solidFill>
            <a:srgbClr val="D3481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 anchorCtr="1">
            <a:no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0F96CF73-FAE9-4709-9FA4-D2F0F2C2F9BE}" type="slidenum"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Franklin Gothic Book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"/>
          <p:cNvSpPr txBox="1"/>
          <p:nvPr/>
        </p:nvSpPr>
        <p:spPr>
          <a:xfrm>
            <a:off x="914400" y="1447920"/>
            <a:ext cx="7772400" cy="4572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272880" indent="-272880">
              <a:spcBef>
                <a:spcPts val="575"/>
              </a:spcBef>
              <a:buClr>
                <a:srgbClr val="D34817"/>
              </a:buClr>
              <a:buSzPct val="85000"/>
              <a:buFont typeface="Wingdings 2" charset="2"/>
              <a:buChar char="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Perpetua"/>
              </a:rPr>
              <a:t> ብቻ ለብቻ 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Perpetua"/>
              </a:rPr>
              <a:t>(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Perpetua"/>
              </a:rPr>
              <a:t>ለአንድ ሰው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Perpetua"/>
              </a:rPr>
              <a:t>)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Perpetua"/>
            </a:endParaRPr>
          </a:p>
          <a:p>
            <a:pPr marL="272880" indent="-272880">
              <a:spcBef>
                <a:spcPts val="575"/>
              </a:spcBef>
              <a:buClr>
                <a:srgbClr val="D34817"/>
              </a:buClr>
              <a:buSzPct val="85000"/>
              <a:buFont typeface="Wingdings 2" charset="2"/>
              <a:buChar char="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Perpetua"/>
              </a:rPr>
              <a:t> ለጥቂት ሰዎች 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Perpetua"/>
              </a:rPr>
              <a:t>(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Perpetua"/>
              </a:rPr>
              <a:t>ለደቀ መዛሙርት፣ ለቤተሰቦች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Perpetua"/>
              </a:rPr>
              <a:t>)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Perpetua"/>
            </a:endParaRPr>
          </a:p>
          <a:p>
            <a:pPr marL="272880" indent="-272880">
              <a:spcBef>
                <a:spcPts val="575"/>
              </a:spcBef>
              <a:buClr>
                <a:srgbClr val="D34817"/>
              </a:buClr>
              <a:buSzPct val="85000"/>
              <a:buFont typeface="Wingdings 2" charset="2"/>
              <a:buChar char="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Perpetua"/>
              </a:rPr>
              <a:t> ለሕዝብ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Perpetua"/>
            </a:endParaRPr>
          </a:p>
          <a:p>
            <a:pPr marL="272880" indent="-272880">
              <a:spcBef>
                <a:spcPts val="575"/>
              </a:spcBef>
              <a:buClr>
                <a:srgbClr val="D34817"/>
              </a:buClr>
              <a:buSzPct val="85000"/>
              <a:buFont typeface="Wingdings 2" charset="2"/>
              <a:buChar char="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Perpetua"/>
              </a:rPr>
              <a:t> ለማኅበር፣ 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Perpetua"/>
              </a:rPr>
              <a:t>. . .  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Perpetu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914400" y="2743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91440" anchor="b">
            <a:noAutofit/>
          </a:bodyPr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000" b="1" u="none" strike="noStrike">
                <a:solidFill>
                  <a:srgbClr val="FF0000"/>
                </a:solidFill>
                <a:effectLst/>
                <a:uFillTx/>
                <a:latin typeface="Franklin Gothic Book"/>
              </a:rPr>
              <a:t>1. </a:t>
            </a:r>
            <a:r>
              <a:rPr lang="en-US" sz="4000" b="1" u="none" strike="noStrike">
                <a:solidFill>
                  <a:srgbClr val="FF0000"/>
                </a:solidFill>
                <a:effectLst/>
                <a:uFillTx/>
                <a:latin typeface="Franklin Gothic Book"/>
              </a:rPr>
              <a:t>ብቻ ለብቻ </a:t>
            </a:r>
            <a:r>
              <a:rPr lang="en-US" sz="4000" b="1" u="none" strike="noStrike">
                <a:solidFill>
                  <a:srgbClr val="FF0000"/>
                </a:solidFill>
                <a:effectLst/>
                <a:uFillTx/>
                <a:latin typeface="Franklin Gothic Book"/>
              </a:rPr>
              <a:t>(</a:t>
            </a:r>
            <a:r>
              <a:rPr lang="en-US" sz="4000" b="1" u="none" strike="noStrike">
                <a:solidFill>
                  <a:srgbClr val="FF0000"/>
                </a:solidFill>
                <a:effectLst/>
                <a:uFillTx/>
                <a:latin typeface="Franklin Gothic Book"/>
              </a:rPr>
              <a:t>ለአንድ ሰው</a:t>
            </a:r>
            <a:r>
              <a:rPr lang="en-US" sz="4000" b="1" u="none" strike="noStrike">
                <a:solidFill>
                  <a:srgbClr val="FF0000"/>
                </a:solidFill>
                <a:effectLst/>
                <a:uFillTx/>
                <a:latin typeface="Franklin Gothic Book"/>
              </a:rPr>
              <a:t>)</a:t>
            </a:r>
            <a:endParaRPr lang="en-US" sz="4000" b="0" u="none" strike="noStrike">
              <a:solidFill>
                <a:srgbClr val="696464"/>
              </a:solidFill>
              <a:effectLst/>
              <a:uFillTx/>
              <a:latin typeface="Franklin Gothic Book"/>
            </a:endParaRPr>
          </a:p>
        </p:txBody>
      </p:sp>
      <p:sp>
        <p:nvSpPr>
          <p:cNvPr id="118" name="Slide Number Placeholder 3"/>
          <p:cNvSpPr/>
          <p:nvPr/>
        </p:nvSpPr>
        <p:spPr>
          <a:xfrm>
            <a:off x="146160" y="6210360"/>
            <a:ext cx="457200" cy="457200"/>
          </a:xfrm>
          <a:prstGeom prst="ellipse">
            <a:avLst/>
          </a:prstGeom>
          <a:solidFill>
            <a:srgbClr val="D3481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 anchorCtr="1">
            <a:no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362259BA-C06E-4801-A877-34D722F6AC96}" type="slidenum"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Franklin Gothic Book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"/>
          <p:cNvSpPr txBox="1"/>
          <p:nvPr/>
        </p:nvSpPr>
        <p:spPr>
          <a:xfrm>
            <a:off x="228600" y="1371240"/>
            <a:ext cx="8610480" cy="5257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2500" lnSpcReduction="9999"/>
          </a:bodyPr>
          <a:p>
            <a:pPr marL="272880" indent="-272880">
              <a:spcBef>
                <a:spcPts val="575"/>
              </a:spcBef>
              <a:buClr>
                <a:srgbClr val="D34817"/>
              </a:buClr>
              <a:buSzPct val="85000"/>
              <a:buFont typeface="Wingdings 2" charset="2"/>
              <a:buChar char="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000" b="0" u="none" strike="noStrike">
                <a:solidFill>
                  <a:srgbClr val="66FF66"/>
                </a:solidFill>
                <a:effectLst/>
                <a:uFillTx/>
                <a:latin typeface="Perpetua"/>
              </a:rPr>
              <a:t> </a:t>
            </a:r>
            <a:r>
              <a:rPr lang="en-US" sz="4000" b="0" u="none" strike="noStrike">
                <a:solidFill>
                  <a:srgbClr val="FF0000"/>
                </a:solidFill>
                <a:effectLst/>
                <a:uFillTx/>
                <a:latin typeface="Perpetua"/>
              </a:rPr>
              <a:t>ለሳምራዊቷ ሴት 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Perpetua"/>
            </a:endParaRPr>
          </a:p>
          <a:p>
            <a:pPr marL="272880" indent="-272880">
              <a:spcBef>
                <a:spcPts val="575"/>
              </a:spcBef>
              <a:buClr>
                <a:srgbClr val="D34817"/>
              </a:buClr>
              <a:buSzPct val="85000"/>
              <a:buFont typeface="Wingdings 2" charset="2"/>
              <a:buChar char="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400" b="0" u="none" strike="noStrike">
                <a:solidFill>
                  <a:srgbClr val="000000"/>
                </a:solidFill>
                <a:effectLst/>
                <a:uFillTx/>
                <a:latin typeface="Perpetua"/>
              </a:rPr>
              <a:t>“</a:t>
            </a:r>
            <a:r>
              <a:rPr lang="am-ET" sz="3400" b="0" u="none" strike="noStrike">
                <a:solidFill>
                  <a:srgbClr val="000000"/>
                </a:solidFill>
                <a:effectLst/>
                <a:uFillTx/>
                <a:latin typeface="Nyala"/>
              </a:rPr>
              <a:t>ሴቲቱም</a:t>
            </a:r>
            <a:r>
              <a:rPr lang="en-US" sz="3400" b="0" u="none" strike="noStrike">
                <a:solidFill>
                  <a:srgbClr val="000000"/>
                </a:solidFill>
                <a:effectLst/>
                <a:uFillTx/>
                <a:latin typeface="Perpetua"/>
              </a:rPr>
              <a:t>፡</a:t>
            </a:r>
            <a:r>
              <a:rPr lang="en-US" sz="3400" b="0" u="none" strike="noStrike">
                <a:solidFill>
                  <a:srgbClr val="000000"/>
                </a:solidFill>
                <a:effectLst/>
                <a:uFillTx/>
                <a:latin typeface="Perpetua"/>
              </a:rPr>
              <a:t>- </a:t>
            </a:r>
            <a:r>
              <a:rPr lang="am-ET" sz="3400" b="0" u="none" strike="noStrike">
                <a:solidFill>
                  <a:srgbClr val="000000"/>
                </a:solidFill>
                <a:effectLst/>
                <a:uFillTx/>
                <a:latin typeface="Nyala"/>
              </a:rPr>
              <a:t>ያደረግሁትን ሁሉ ነገረኝ ብላ ስለ መሰከረችው ቃል ከዚያች ከተማ የሰማርያ ሰዎች ብዙ አመኑበት።</a:t>
            </a:r>
            <a:r>
              <a:rPr lang="en-US" sz="3400" b="0" u="none" strike="noStrike">
                <a:solidFill>
                  <a:srgbClr val="000000"/>
                </a:solidFill>
                <a:effectLst/>
                <a:uFillTx/>
                <a:latin typeface="Perpetua"/>
              </a:rPr>
              <a:t> </a:t>
            </a:r>
            <a:r>
              <a:rPr lang="am-ET" sz="3400" b="0" u="none" strike="noStrike">
                <a:solidFill>
                  <a:srgbClr val="000000"/>
                </a:solidFill>
                <a:effectLst/>
                <a:uFillTx/>
                <a:latin typeface="Nyala"/>
              </a:rPr>
              <a:t>የሰማርያ ሰዎችም ወደ እርሱ በመጡ ጊዜ በእነርሱ ዘንድ እንዲኖር ለመኑት፤ በዚያም ሁለት ቀን ያህል ኖረ።</a:t>
            </a:r>
            <a:r>
              <a:rPr lang="en-US" sz="3400" b="0" u="none" strike="noStrike">
                <a:solidFill>
                  <a:srgbClr val="000000"/>
                </a:solidFill>
                <a:effectLst/>
                <a:uFillTx/>
                <a:latin typeface="Perpetua"/>
              </a:rPr>
              <a:t> 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Perpetua"/>
            </a:endParaRPr>
          </a:p>
          <a:p>
            <a:pPr marL="272880" indent="-272880">
              <a:spcBef>
                <a:spcPts val="575"/>
              </a:spcBef>
              <a:buClr>
                <a:srgbClr val="D34817"/>
              </a:buClr>
              <a:buSzPct val="85000"/>
              <a:buFont typeface="Wingdings 2" charset="2"/>
              <a:buChar char="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400" b="0" u="none" strike="noStrike">
                <a:solidFill>
                  <a:srgbClr val="000000"/>
                </a:solidFill>
                <a:effectLst/>
                <a:uFillTx/>
                <a:latin typeface="Perpetua"/>
              </a:rPr>
              <a:t> “</a:t>
            </a:r>
            <a:r>
              <a:rPr lang="am-ET" sz="3400" b="0" u="none" strike="noStrike">
                <a:solidFill>
                  <a:srgbClr val="000000"/>
                </a:solidFill>
                <a:effectLst/>
                <a:uFillTx/>
                <a:latin typeface="Nyala"/>
              </a:rPr>
              <a:t>ስለ ቃሉ ከፊተኞች ይልቅ ብዙ ሰዎች አመኑ፤</a:t>
            </a:r>
            <a:r>
              <a:rPr lang="en-US" sz="3400" b="0" u="none" strike="noStrike">
                <a:solidFill>
                  <a:srgbClr val="000000"/>
                </a:solidFill>
                <a:effectLst/>
                <a:uFillTx/>
                <a:latin typeface="Perpetua"/>
              </a:rPr>
              <a:t> </a:t>
            </a:r>
            <a:r>
              <a:rPr lang="am-ET" sz="3400" b="0" u="none" strike="noStrike">
                <a:solidFill>
                  <a:srgbClr val="000000"/>
                </a:solidFill>
                <a:effectLst/>
                <a:uFillTx/>
                <a:latin typeface="Nyala"/>
              </a:rPr>
              <a:t>ሴቲቱንም። አሁን የምናምን ስለ ቃልሽ አይደለም፥ እኛ ራሳችን ሰምተነዋልና፤ እርሱም በእውነት ክርስቶስ የዓለም መድኃኒት እንደ ሆነ እናውቃለን ይሉአት ነበር።</a:t>
            </a:r>
            <a:r>
              <a:rPr lang="en-US" sz="3400" b="0" u="none" strike="noStrike">
                <a:solidFill>
                  <a:srgbClr val="000000"/>
                </a:solidFill>
                <a:effectLst/>
                <a:uFillTx/>
                <a:latin typeface="Perpetua"/>
              </a:rPr>
              <a:t>”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Perpetua"/>
            </a:endParaRPr>
          </a:p>
          <a:p>
            <a:pPr marL="272880" indent="-272880">
              <a:spcBef>
                <a:spcPts val="575"/>
              </a:spcBef>
              <a:buClr>
                <a:srgbClr val="D34817"/>
              </a:buClr>
              <a:buSzPct val="85000"/>
              <a:buFont typeface="Wingdings 2" charset="2"/>
              <a:buChar char="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3600" b="0" u="none" strike="noStrike">
              <a:solidFill>
                <a:srgbClr val="000000"/>
              </a:solidFill>
              <a:effectLst/>
              <a:uFillTx/>
              <a:latin typeface="Perpetua"/>
            </a:endParaRPr>
          </a:p>
          <a:p>
            <a:pPr marL="272880" indent="-272880">
              <a:spcBef>
                <a:spcPts val="575"/>
              </a:spcBef>
              <a:buClr>
                <a:srgbClr val="D34817"/>
              </a:buClr>
              <a:buSzPct val="85000"/>
              <a:buFont typeface="Wingdings 2" charset="2"/>
              <a:buChar char="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3600" b="0" u="none" strike="noStrike">
              <a:solidFill>
                <a:srgbClr val="000000"/>
              </a:solidFill>
              <a:effectLst/>
              <a:uFillTx/>
              <a:latin typeface="Perpetu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456840" y="-230400"/>
            <a:ext cx="7467480" cy="6872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91440" anchor="b">
            <a:spAutoFit/>
          </a:bodyPr>
          <a:p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3600" b="0" u="none" strike="noStrike">
              <a:solidFill>
                <a:srgbClr val="696464"/>
              </a:solidFill>
              <a:effectLst/>
              <a:uFillTx/>
              <a:latin typeface="Franklin Gothic Book"/>
            </a:endParaRPr>
          </a:p>
        </p:txBody>
      </p:sp>
      <p:sp>
        <p:nvSpPr>
          <p:cNvPr id="121" name="Slide Number Placeholder 3"/>
          <p:cNvSpPr/>
          <p:nvPr/>
        </p:nvSpPr>
        <p:spPr>
          <a:xfrm>
            <a:off x="146160" y="6210360"/>
            <a:ext cx="457200" cy="457200"/>
          </a:xfrm>
          <a:prstGeom prst="ellipse">
            <a:avLst/>
          </a:prstGeom>
          <a:solidFill>
            <a:srgbClr val="D3481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 anchorCtr="1">
            <a:no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4645BEDE-7926-46A7-9E4F-202A153B1258}" type="slidenum"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Franklin Gothic Book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"/>
          <p:cNvSpPr txBox="1"/>
          <p:nvPr/>
        </p:nvSpPr>
        <p:spPr>
          <a:xfrm>
            <a:off x="152280" y="533160"/>
            <a:ext cx="8686800" cy="6172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272880" indent="-272880">
              <a:spcBef>
                <a:spcPts val="575"/>
              </a:spcBef>
              <a:buClr>
                <a:srgbClr val="D34817"/>
              </a:buClr>
              <a:buSzPct val="85000"/>
              <a:buFont typeface="Wingdings 2" charset="2"/>
              <a:buChar char="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000" b="1" u="none" strike="noStrike">
                <a:solidFill>
                  <a:srgbClr val="FF0000"/>
                </a:solidFill>
                <a:effectLst/>
                <a:uFillTx/>
                <a:latin typeface="Perpetua"/>
              </a:rPr>
              <a:t>ኒቆዲሞስ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Perpetua"/>
            </a:endParaRPr>
          </a:p>
          <a:p>
            <a:pPr marL="272880" indent="-272880">
              <a:spcBef>
                <a:spcPts val="575"/>
              </a:spcBef>
              <a:buClr>
                <a:srgbClr val="D34817"/>
              </a:buClr>
              <a:buSzPct val="85000"/>
              <a:buFont typeface="Wingdings 2" charset="2"/>
              <a:buChar char="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600" b="0" u="none" strike="noStrike">
                <a:solidFill>
                  <a:srgbClr val="000000"/>
                </a:solidFill>
                <a:effectLst/>
                <a:uFillTx/>
                <a:latin typeface="Perpetua"/>
              </a:rPr>
              <a:t>“</a:t>
            </a:r>
            <a:r>
              <a:rPr lang="am-ET" sz="3600" b="0" u="none" strike="noStrike">
                <a:solidFill>
                  <a:srgbClr val="000000"/>
                </a:solidFill>
                <a:effectLst/>
                <a:uFillTx/>
                <a:latin typeface="Nyala"/>
              </a:rPr>
              <a:t>ከእነርሱ አንዱ በሌሊት ቀድሞ ወደ እርሱ መጥቶ የነበረ ኒቆዲሞስ</a:t>
            </a:r>
            <a:r>
              <a:rPr lang="en-US" sz="3600" b="0" u="none" strike="noStrike">
                <a:solidFill>
                  <a:srgbClr val="000000"/>
                </a:solidFill>
                <a:effectLst/>
                <a:uFillTx/>
                <a:latin typeface="Perpetua"/>
              </a:rPr>
              <a:t>፡</a:t>
            </a:r>
            <a:r>
              <a:rPr lang="en-US" sz="3600" b="0" u="none" strike="noStrike">
                <a:solidFill>
                  <a:srgbClr val="000000"/>
                </a:solidFill>
                <a:effectLst/>
                <a:uFillTx/>
                <a:latin typeface="Perpetua"/>
              </a:rPr>
              <a:t>- </a:t>
            </a:r>
            <a:r>
              <a:rPr lang="am-ET" sz="3600" b="0" u="none" strike="noStrike">
                <a:solidFill>
                  <a:srgbClr val="000000"/>
                </a:solidFill>
                <a:effectLst/>
                <a:uFillTx/>
                <a:latin typeface="Nyala"/>
              </a:rPr>
              <a:t>ሕጋችን አስቀድሞ ከእርሱ ሳይሰማ ምንስ እንዳደረገ ሳያውቅ በሰው ይፈርዳልን</a:t>
            </a:r>
            <a:r>
              <a:rPr lang="am-ET" sz="3600" b="0" u="none" strike="noStrike">
                <a:solidFill>
                  <a:srgbClr val="000000"/>
                </a:solidFill>
                <a:effectLst/>
                <a:uFillTx/>
                <a:latin typeface="Nyala"/>
              </a:rPr>
              <a:t>? </a:t>
            </a:r>
            <a:r>
              <a:rPr lang="am-ET" sz="3600" b="0" u="none" strike="noStrike">
                <a:solidFill>
                  <a:srgbClr val="000000"/>
                </a:solidFill>
                <a:effectLst/>
                <a:uFillTx/>
                <a:latin typeface="Nyala"/>
              </a:rPr>
              <a:t>አላቸው።</a:t>
            </a:r>
            <a:r>
              <a:rPr lang="en-US" sz="3600" b="0" u="none" strike="noStrike">
                <a:solidFill>
                  <a:srgbClr val="000000"/>
                </a:solidFill>
                <a:effectLst/>
                <a:uFillTx/>
                <a:latin typeface="Perpetua"/>
              </a:rPr>
              <a:t>” 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Perpetua"/>
            </a:endParaRPr>
          </a:p>
          <a:p>
            <a:pPr marL="272880" indent="-272880" algn="ctr">
              <a:lnSpc>
                <a:spcPct val="100000"/>
              </a:lnSpc>
              <a:spcBef>
                <a:spcPts val="5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000" b="1" u="none" strike="noStrike">
                <a:solidFill>
                  <a:srgbClr val="FF0000"/>
                </a:solidFill>
                <a:effectLst/>
                <a:uFillTx/>
                <a:latin typeface="Times New Roman"/>
                <a:cs typeface="Times New Roman"/>
              </a:rPr>
              <a:t>ዮሐ</a:t>
            </a:r>
            <a:r>
              <a:rPr lang="en-US" sz="4000" b="1" u="none" strike="noStrike">
                <a:solidFill>
                  <a:srgbClr val="FF0000"/>
                </a:solidFill>
                <a:effectLst/>
                <a:uFillTx/>
                <a:latin typeface="Times New Roman"/>
                <a:ea typeface="Times New Roman"/>
              </a:rPr>
              <a:t>. 7</a:t>
            </a:r>
            <a:r>
              <a:rPr lang="en-US" sz="4000" b="1" u="none" strike="noStrike">
                <a:solidFill>
                  <a:srgbClr val="FF0000"/>
                </a:solidFill>
                <a:effectLst/>
                <a:uFillTx/>
                <a:latin typeface="Times New Roman"/>
                <a:cs typeface="Times New Roman"/>
              </a:rPr>
              <a:t>፡</a:t>
            </a:r>
            <a:r>
              <a:rPr lang="en-US" sz="4000" b="1" u="none" strike="noStrike">
                <a:solidFill>
                  <a:srgbClr val="FF0000"/>
                </a:solidFill>
                <a:effectLst/>
                <a:uFillTx/>
                <a:latin typeface="Times New Roman"/>
                <a:ea typeface="Times New Roman"/>
              </a:rPr>
              <a:t>50-51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Perpetu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456840" y="274320"/>
            <a:ext cx="7467480" cy="102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91440" anchor="b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800" b="1" u="none" strike="noStrike">
                <a:solidFill>
                  <a:srgbClr val="FF0000"/>
                </a:solidFill>
                <a:effectLst/>
                <a:uFillTx/>
                <a:latin typeface="Nyala"/>
              </a:rPr>
              <a:t>ዮሴፍ ዘአርማትያስ</a:t>
            </a:r>
            <a:endParaRPr lang="en-US" sz="4800" b="0" u="none" strike="noStrike">
              <a:solidFill>
                <a:srgbClr val="696464"/>
              </a:solidFill>
              <a:effectLst/>
              <a:uFillTx/>
              <a:latin typeface="Franklin Gothic Book"/>
            </a:endParaRPr>
          </a:p>
        </p:txBody>
      </p:sp>
      <p:sp>
        <p:nvSpPr>
          <p:cNvPr id="124" name="Slide Number Placeholder 3"/>
          <p:cNvSpPr/>
          <p:nvPr/>
        </p:nvSpPr>
        <p:spPr>
          <a:xfrm>
            <a:off x="146160" y="6210360"/>
            <a:ext cx="457200" cy="457200"/>
          </a:xfrm>
          <a:prstGeom prst="ellipse">
            <a:avLst/>
          </a:prstGeom>
          <a:solidFill>
            <a:srgbClr val="D3481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 anchorCtr="1">
            <a:no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A522D99C-9812-4ABB-B5F0-BEAD7EBF5691}" type="slidenum"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Franklin Gothic Book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"/>
          <p:cNvSpPr txBox="1"/>
          <p:nvPr/>
        </p:nvSpPr>
        <p:spPr>
          <a:xfrm>
            <a:off x="152280" y="1295280"/>
            <a:ext cx="8686800" cy="55627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272880" indent="-272880">
              <a:spcBef>
                <a:spcPts val="575"/>
              </a:spcBef>
              <a:buClr>
                <a:srgbClr val="D34817"/>
              </a:buClr>
              <a:buSzPct val="85000"/>
              <a:buFont typeface="Wingdings 2" charset="2"/>
              <a:buChar char="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400" b="1" u="none" strike="noStrike">
                <a:solidFill>
                  <a:srgbClr val="000000"/>
                </a:solidFill>
                <a:effectLst/>
                <a:uFillTx/>
                <a:latin typeface="Perpetua"/>
              </a:rPr>
              <a:t> 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Perpetua"/>
              </a:rPr>
              <a:t>“</a:t>
            </a:r>
            <a:r>
              <a:rPr lang="am-ET" sz="3200" b="0" u="none" strike="noStrike">
                <a:solidFill>
                  <a:srgbClr val="000000"/>
                </a:solidFill>
                <a:effectLst/>
                <a:uFillTx/>
                <a:latin typeface="Nyala"/>
              </a:rPr>
              <a:t>ከዚህም በኋላ አይሁድን ስለ ፈራ በስውር የኢየሱስ ደቀ መዝሙር የነበረ የአርማትያስ ዮሴፍ የኢየሱስን ሥጋ ሊወስድ ጲላጦስን ለመነ፤ ጲላጦስም ፈቀደለት። ስለዚህም መጥቶ የኢየሱስን ሥጋ ወሰደ።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Perpetua"/>
              </a:rPr>
              <a:t> </a:t>
            </a:r>
            <a:r>
              <a:rPr lang="am-ET" sz="3200" b="0" u="none" strike="noStrike">
                <a:solidFill>
                  <a:srgbClr val="000000"/>
                </a:solidFill>
                <a:effectLst/>
                <a:uFillTx/>
                <a:latin typeface="Nyala"/>
              </a:rPr>
              <a:t>ደግሞም አስቀድሞ በሌሊት ወደ ኢየሱስ መጥቶ የነበረ ኒቆዲሞስ መቶ ንጥር የሚያህል የከርቤና የእሬት ቅልቅል ይዞ መጣ።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Perpetua"/>
            </a:endParaRPr>
          </a:p>
          <a:p>
            <a:pPr marL="272880" indent="-272880">
              <a:spcBef>
                <a:spcPts val="5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Perpetua"/>
            </a:endParaRPr>
          </a:p>
          <a:p>
            <a:pPr marL="272880" indent="-272880">
              <a:spcBef>
                <a:spcPts val="575"/>
              </a:spcBef>
              <a:buClr>
                <a:srgbClr val="D34817"/>
              </a:buClr>
              <a:buSzPct val="85000"/>
              <a:buFont typeface="Wingdings 2" charset="2"/>
              <a:buChar char="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Perpetua"/>
              </a:rPr>
              <a:t>“</a:t>
            </a:r>
            <a:r>
              <a:rPr lang="am-ET" sz="3200" b="0" u="none" strike="noStrike">
                <a:solidFill>
                  <a:srgbClr val="000000"/>
                </a:solidFill>
                <a:effectLst/>
                <a:uFillTx/>
                <a:latin typeface="Nyala"/>
              </a:rPr>
              <a:t>የኢየሱስንም ሥጋ ወስደው እንደ አይሁድ አገናነዝ ልማድ ከሽቱ ጋር በተልባ እግር ልብስ ከፈኑት።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Perpetua"/>
              </a:rPr>
              <a:t>”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Perpetua"/>
            </a:endParaRPr>
          </a:p>
          <a:p>
            <a:pPr marL="272880" indent="-272880" algn="ctr">
              <a:spcBef>
                <a:spcPts val="5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400" b="1" u="none" strike="noStrike">
                <a:solidFill>
                  <a:srgbClr val="000000"/>
                </a:solidFill>
                <a:effectLst/>
                <a:uFillTx/>
                <a:latin typeface="Perpetua"/>
              </a:rPr>
              <a:t> </a:t>
            </a:r>
            <a:r>
              <a:rPr lang="en-US" sz="4400" b="1" u="none" strike="noStrike">
                <a:solidFill>
                  <a:srgbClr val="FF0000"/>
                </a:solidFill>
                <a:effectLst/>
                <a:uFillTx/>
                <a:latin typeface="Perpetua"/>
              </a:rPr>
              <a:t>ዮሐ</a:t>
            </a:r>
            <a:r>
              <a:rPr lang="en-US" sz="4400" b="1" u="none" strike="noStrike">
                <a:solidFill>
                  <a:srgbClr val="FF0000"/>
                </a:solidFill>
                <a:effectLst/>
                <a:uFillTx/>
                <a:latin typeface="Perpetua"/>
              </a:rPr>
              <a:t>. 19</a:t>
            </a:r>
            <a:r>
              <a:rPr lang="en-US" sz="4400" b="1" u="none" strike="noStrike">
                <a:solidFill>
                  <a:srgbClr val="FF0000"/>
                </a:solidFill>
                <a:effectLst/>
                <a:uFillTx/>
                <a:latin typeface="Perpetua"/>
              </a:rPr>
              <a:t>፡</a:t>
            </a:r>
            <a:r>
              <a:rPr lang="en-US" sz="4400" b="1" u="none" strike="noStrike">
                <a:solidFill>
                  <a:srgbClr val="FF0000"/>
                </a:solidFill>
                <a:effectLst/>
                <a:uFillTx/>
                <a:latin typeface="Perpetua"/>
              </a:rPr>
              <a:t>38-40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Perpetua"/>
            </a:endParaRPr>
          </a:p>
          <a:p>
            <a:pPr marL="272880" indent="-272880">
              <a:spcBef>
                <a:spcPts val="575"/>
              </a:spcBef>
              <a:buClr>
                <a:srgbClr val="D34817"/>
              </a:buClr>
              <a:buSzPct val="85000"/>
              <a:buFont typeface="Wingdings 2" charset="2"/>
              <a:buChar char="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600" b="0" u="none" strike="noStrike">
              <a:solidFill>
                <a:srgbClr val="000000"/>
              </a:solidFill>
              <a:effectLst/>
              <a:uFillTx/>
              <a:latin typeface="Perpetua"/>
            </a:endParaRPr>
          </a:p>
          <a:p>
            <a:pPr marL="272880" indent="-272880">
              <a:spcBef>
                <a:spcPts val="575"/>
              </a:spcBef>
              <a:buClr>
                <a:srgbClr val="D34817"/>
              </a:buClr>
              <a:buSzPct val="85000"/>
              <a:buFont typeface="Wingdings 2" charset="2"/>
              <a:buChar char="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600" b="0" u="none" strike="noStrike">
              <a:solidFill>
                <a:srgbClr val="000000"/>
              </a:solidFill>
              <a:effectLst/>
              <a:uFillTx/>
              <a:latin typeface="Perpetu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533160" y="274320"/>
            <a:ext cx="8381880" cy="1143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91440" anchor="b">
            <a:noAutofit/>
          </a:bodyPr>
          <a:p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000" b="1" u="none" strike="noStrike">
                <a:solidFill>
                  <a:srgbClr val="FF0000"/>
                </a:solidFill>
                <a:effectLst/>
                <a:uFillTx/>
                <a:latin typeface="Franklin Gothic Book"/>
              </a:rPr>
              <a:t>2. </a:t>
            </a:r>
            <a:r>
              <a:rPr lang="en-US" sz="4000" b="1" u="none" strike="noStrike">
                <a:solidFill>
                  <a:srgbClr val="FF0000"/>
                </a:solidFill>
                <a:effectLst/>
                <a:uFillTx/>
                <a:latin typeface="Franklin Gothic Book"/>
              </a:rPr>
              <a:t>ለጥቂት ሰዎች </a:t>
            </a:r>
            <a:r>
              <a:rPr lang="en-US" sz="4000" b="1" u="none" strike="noStrike">
                <a:solidFill>
                  <a:srgbClr val="FF0000"/>
                </a:solidFill>
                <a:effectLst/>
                <a:uFillTx/>
                <a:latin typeface="Franklin Gothic Book"/>
              </a:rPr>
              <a:t>(</a:t>
            </a:r>
            <a:r>
              <a:rPr lang="en-US" sz="4000" b="1" u="none" strike="noStrike">
                <a:solidFill>
                  <a:srgbClr val="FF0000"/>
                </a:solidFill>
                <a:effectLst/>
                <a:uFillTx/>
                <a:latin typeface="Franklin Gothic Book"/>
              </a:rPr>
              <a:t>ለደቀ መዛሙርት፣ ለቤተሰቦች</a:t>
            </a:r>
            <a:r>
              <a:rPr lang="en-US" sz="4000" b="1" u="none" strike="noStrike">
                <a:solidFill>
                  <a:srgbClr val="FF0000"/>
                </a:solidFill>
                <a:effectLst/>
                <a:uFillTx/>
                <a:latin typeface="Franklin Gothic Book"/>
              </a:rPr>
              <a:t>)</a:t>
            </a:r>
            <a:endParaRPr lang="en-US" sz="4000" b="0" u="none" strike="noStrike">
              <a:solidFill>
                <a:srgbClr val="696464"/>
              </a:solidFill>
              <a:effectLst/>
              <a:uFillTx/>
              <a:latin typeface="Franklin Gothic Book"/>
            </a:endParaRPr>
          </a:p>
        </p:txBody>
      </p:sp>
      <p:sp>
        <p:nvSpPr>
          <p:cNvPr id="127" name="Slide Number Placeholder 3"/>
          <p:cNvSpPr/>
          <p:nvPr/>
        </p:nvSpPr>
        <p:spPr>
          <a:xfrm>
            <a:off x="146160" y="6210360"/>
            <a:ext cx="457200" cy="457200"/>
          </a:xfrm>
          <a:prstGeom prst="ellipse">
            <a:avLst/>
          </a:prstGeom>
          <a:solidFill>
            <a:srgbClr val="D3481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 anchorCtr="1">
            <a:no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267B45BE-9A5C-4EA9-B28D-C52C09A6A59C}" type="slidenum"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Franklin Gothic Book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"/>
          <p:cNvSpPr txBox="1"/>
          <p:nvPr/>
        </p:nvSpPr>
        <p:spPr>
          <a:xfrm>
            <a:off x="304920" y="1447560"/>
            <a:ext cx="8610480" cy="5257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272880" indent="-272880">
              <a:lnSpc>
                <a:spcPct val="90000"/>
              </a:lnSpc>
              <a:spcBef>
                <a:spcPts val="575"/>
              </a:spcBef>
              <a:buClr>
                <a:srgbClr val="D34817"/>
              </a:buClr>
              <a:buSzPct val="85000"/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700" b="0" u="none" strike="noStrike">
                <a:solidFill>
                  <a:srgbClr val="FF0000"/>
                </a:solidFill>
                <a:effectLst/>
                <a:uFillTx/>
                <a:latin typeface="Perpetua"/>
              </a:rPr>
              <a:t> ልድያና ቤተሰቦቿ </a:t>
            </a:r>
            <a:endParaRPr lang="en-US" sz="3700" b="0" u="none" strike="noStrike">
              <a:solidFill>
                <a:srgbClr val="000000"/>
              </a:solidFill>
              <a:effectLst/>
              <a:uFillTx/>
              <a:latin typeface="Perpetua"/>
            </a:endParaRPr>
          </a:p>
          <a:p>
            <a:pPr marL="272880" indent="-272880">
              <a:lnSpc>
                <a:spcPct val="90000"/>
              </a:lnSpc>
              <a:spcBef>
                <a:spcPts val="575"/>
              </a:spcBef>
              <a:buClr>
                <a:srgbClr val="D34817"/>
              </a:buClr>
              <a:buSzPct val="85000"/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300" b="0" u="none" strike="noStrike">
                <a:solidFill>
                  <a:srgbClr val="000000"/>
                </a:solidFill>
                <a:effectLst/>
                <a:uFillTx/>
                <a:latin typeface="Perpetua"/>
              </a:rPr>
              <a:t>“</a:t>
            </a:r>
            <a:r>
              <a:rPr lang="am-ET" sz="3300" b="0" u="none" strike="noStrike">
                <a:solidFill>
                  <a:srgbClr val="000000"/>
                </a:solidFill>
                <a:effectLst/>
                <a:uFillTx/>
                <a:latin typeface="Nyala"/>
              </a:rPr>
              <a:t>ከትያጥሮን ከተማም የመጣች ቀይ ሐር ሻጭ እግዚአብሔርን የምታመልክ ልድያ የሚሉአት አንዲት ሴት ትሰማ ነበረች፤ ጳውሎስም የሚናገረውን ታዳምጥ ዘንድ ጌታ ልብዋን ከፈተላት።</a:t>
            </a:r>
            <a:endParaRPr lang="en-US" sz="3300" b="0" u="none" strike="noStrike">
              <a:solidFill>
                <a:srgbClr val="000000"/>
              </a:solidFill>
              <a:effectLst/>
              <a:uFillTx/>
              <a:latin typeface="Perpetua"/>
            </a:endParaRPr>
          </a:p>
          <a:p>
            <a:pPr marL="272880" indent="-272880">
              <a:lnSpc>
                <a:spcPct val="90000"/>
              </a:lnSpc>
              <a:spcBef>
                <a:spcPts val="575"/>
              </a:spcBef>
              <a:buClr>
                <a:srgbClr val="D34817"/>
              </a:buClr>
              <a:buSzPct val="85000"/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300" b="0" u="none" strike="noStrike">
                <a:solidFill>
                  <a:srgbClr val="000000"/>
                </a:solidFill>
                <a:effectLst/>
                <a:uFillTx/>
                <a:latin typeface="Perpetua"/>
              </a:rPr>
              <a:t>“</a:t>
            </a:r>
            <a:r>
              <a:rPr lang="am-ET" sz="3300" b="0" u="none" strike="noStrike">
                <a:solidFill>
                  <a:srgbClr val="000000"/>
                </a:solidFill>
                <a:effectLst/>
                <a:uFillTx/>
                <a:latin typeface="Nyala"/>
              </a:rPr>
              <a:t>እርስዋም ከቤተ ሰዎችዋ ጋር ከተጠመቀች በኋላ። በጌታ የማምን እንድሆን ከፈረዳችሁልኝ፥ ወደ ቤቴ ገብታችሁ ኑሩ ብላ ለመነችን፤ በግድም አለችን።</a:t>
            </a:r>
            <a:r>
              <a:rPr lang="en-US" sz="3300" b="0" u="none" strike="noStrike">
                <a:solidFill>
                  <a:srgbClr val="000000"/>
                </a:solidFill>
                <a:effectLst/>
                <a:uFillTx/>
                <a:latin typeface="Perpetua"/>
              </a:rPr>
              <a:t>” </a:t>
            </a:r>
            <a:endParaRPr lang="en-US" sz="3300" b="0" u="none" strike="noStrike">
              <a:solidFill>
                <a:srgbClr val="000000"/>
              </a:solidFill>
              <a:effectLst/>
              <a:uFillTx/>
              <a:latin typeface="Perpetua"/>
            </a:endParaRPr>
          </a:p>
          <a:p>
            <a:pPr marL="272880" indent="-272880" algn="ctr">
              <a:lnSpc>
                <a:spcPct val="90000"/>
              </a:lnSpc>
              <a:spcBef>
                <a:spcPts val="5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100" b="0" u="none" strike="noStrike">
                <a:solidFill>
                  <a:srgbClr val="FF0000"/>
                </a:solidFill>
                <a:effectLst/>
                <a:uFillTx/>
                <a:latin typeface="Times New Roman"/>
                <a:cs typeface="Times New Roman"/>
              </a:rPr>
              <a:t>የሐዋ</a:t>
            </a:r>
            <a:r>
              <a:rPr lang="en-US" sz="4100" b="0" u="none" strike="noStrike">
                <a:solidFill>
                  <a:srgbClr val="FF0000"/>
                </a:solidFill>
                <a:effectLst/>
                <a:uFillTx/>
                <a:latin typeface="Times New Roman"/>
                <a:ea typeface="Times New Roman"/>
              </a:rPr>
              <a:t>. 16</a:t>
            </a:r>
            <a:r>
              <a:rPr lang="en-US" sz="4100" b="0" u="none" strike="noStrike">
                <a:solidFill>
                  <a:srgbClr val="FF0000"/>
                </a:solidFill>
                <a:effectLst/>
                <a:uFillTx/>
                <a:latin typeface="Times New Roman"/>
                <a:cs typeface="Times New Roman"/>
              </a:rPr>
              <a:t>፡</a:t>
            </a:r>
            <a:r>
              <a:rPr lang="en-US" sz="4100" b="0" u="none" strike="noStrike">
                <a:solidFill>
                  <a:srgbClr val="FF0000"/>
                </a:solidFill>
                <a:effectLst/>
                <a:uFillTx/>
                <a:latin typeface="Times New Roman"/>
                <a:ea typeface="Times New Roman"/>
              </a:rPr>
              <a:t>14-15</a:t>
            </a:r>
            <a:br>
              <a:rPr sz="2400"/>
            </a:br>
            <a:endParaRPr lang="en-US" sz="4100" b="0" u="none" strike="noStrike">
              <a:solidFill>
                <a:srgbClr val="000000"/>
              </a:solidFill>
              <a:effectLst/>
              <a:uFillTx/>
              <a:latin typeface="Perpetua"/>
            </a:endParaRPr>
          </a:p>
          <a:p>
            <a:pPr marL="272880" indent="-272880">
              <a:lnSpc>
                <a:spcPct val="90000"/>
              </a:lnSpc>
              <a:spcBef>
                <a:spcPts val="575"/>
              </a:spcBef>
              <a:buClr>
                <a:srgbClr val="D34817"/>
              </a:buClr>
              <a:buSzPct val="85000"/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Perpetu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456840" y="150480"/>
            <a:ext cx="7467480" cy="6872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91440" anchor="b">
            <a:spAutoFit/>
          </a:bodyPr>
          <a:p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3600" b="0" u="none" strike="noStrike">
              <a:solidFill>
                <a:srgbClr val="696464"/>
              </a:solidFill>
              <a:effectLst/>
              <a:uFillTx/>
              <a:latin typeface="Franklin Gothic Book"/>
            </a:endParaRPr>
          </a:p>
        </p:txBody>
      </p:sp>
      <p:sp>
        <p:nvSpPr>
          <p:cNvPr id="130" name="Slide Number Placeholder 3"/>
          <p:cNvSpPr/>
          <p:nvPr/>
        </p:nvSpPr>
        <p:spPr>
          <a:xfrm>
            <a:off x="146160" y="6210360"/>
            <a:ext cx="457200" cy="457200"/>
          </a:xfrm>
          <a:prstGeom prst="ellipse">
            <a:avLst/>
          </a:prstGeom>
          <a:solidFill>
            <a:srgbClr val="D3481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 anchorCtr="1">
            <a:no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28015F96-7517-475A-B387-809B09EA5041}" type="slidenum"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Franklin Gothic Book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"/>
          <p:cNvSpPr txBox="1"/>
          <p:nvPr/>
        </p:nvSpPr>
        <p:spPr>
          <a:xfrm>
            <a:off x="456840" y="685800"/>
            <a:ext cx="8458200" cy="5943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272880" indent="-272880">
              <a:spcBef>
                <a:spcPts val="5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600" b="0" u="none" strike="noStrike">
                <a:solidFill>
                  <a:srgbClr val="FF0000"/>
                </a:solidFill>
                <a:effectLst/>
                <a:uFillTx/>
                <a:latin typeface="Perpetua"/>
              </a:rPr>
              <a:t>ለጵርስቅላ እና አቂላ 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Perpetua"/>
            </a:endParaRPr>
          </a:p>
          <a:p>
            <a:pPr marL="272880" indent="-272880">
              <a:spcBef>
                <a:spcPts val="575"/>
              </a:spcBef>
              <a:buClr>
                <a:srgbClr val="D34817"/>
              </a:buClr>
              <a:buSzPct val="85000"/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600" b="0" u="none" strike="noStrike">
                <a:solidFill>
                  <a:srgbClr val="000000"/>
                </a:solidFill>
                <a:effectLst/>
                <a:uFillTx/>
                <a:latin typeface="Perpetua"/>
              </a:rPr>
              <a:t>“</a:t>
            </a:r>
            <a:r>
              <a:rPr lang="am-ET" sz="3600" b="0" u="none" strike="noStrike">
                <a:solidFill>
                  <a:srgbClr val="000000"/>
                </a:solidFill>
                <a:effectLst/>
                <a:uFillTx/>
                <a:latin typeface="Nyala"/>
              </a:rPr>
              <a:t>በክርስቶስ ኢየሱስ አብረውኝ ለሚሠሩ ለጵርስቅላና ለአቂላ ሰላምታ አቅርቡልኝ፤</a:t>
            </a:r>
            <a:r>
              <a:rPr lang="en-US" sz="3600" b="0" u="none" strike="noStrike">
                <a:solidFill>
                  <a:srgbClr val="000000"/>
                </a:solidFill>
                <a:effectLst/>
                <a:uFillTx/>
                <a:latin typeface="Perpetua"/>
              </a:rPr>
              <a:t> </a:t>
            </a:r>
            <a:r>
              <a:rPr lang="am-ET" sz="3600" b="0" u="none" strike="noStrike">
                <a:solidFill>
                  <a:srgbClr val="000000"/>
                </a:solidFill>
                <a:effectLst/>
                <a:uFillTx/>
                <a:latin typeface="Nyala"/>
              </a:rPr>
              <a:t>እነርሱም ስለ ነፍሴ ነፍሳቸውን ለሞት አቀረቡ፥ የአሕዛብም አብያተ ክርስቲያናት ሁሉ የሚያመሰግኑአቸው ናቸው እንጂ እኔ ብቻ አይደለሁም፤</a:t>
            </a:r>
            <a:r>
              <a:rPr lang="en-US" sz="3600" b="0" u="none" strike="noStrike">
                <a:solidFill>
                  <a:srgbClr val="000000"/>
                </a:solidFill>
                <a:effectLst/>
                <a:uFillTx/>
                <a:latin typeface="Perpetua"/>
              </a:rPr>
              <a:t> 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Perpetua"/>
            </a:endParaRPr>
          </a:p>
          <a:p>
            <a:pPr marL="272880" indent="-272880">
              <a:spcBef>
                <a:spcPts val="575"/>
              </a:spcBef>
              <a:buClr>
                <a:srgbClr val="D34817"/>
              </a:buClr>
              <a:buSzPct val="85000"/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600" b="0" u="none" strike="noStrike">
                <a:solidFill>
                  <a:srgbClr val="000000"/>
                </a:solidFill>
                <a:effectLst/>
                <a:uFillTx/>
                <a:latin typeface="Perpetua"/>
              </a:rPr>
              <a:t>“</a:t>
            </a:r>
            <a:r>
              <a:rPr lang="am-ET" sz="3600" b="0" u="none" strike="noStrike">
                <a:solidFill>
                  <a:srgbClr val="000000"/>
                </a:solidFill>
                <a:effectLst/>
                <a:uFillTx/>
                <a:latin typeface="Nyala"/>
              </a:rPr>
              <a:t>በቤታቸውም ላለች ቤተ ክርስቲያን ሰላምታ አቅርቡልኝ። ከእስያ ለክርስቶስ በኵራት ለሆነው ለምወደው ለአጤኔጦን ሰላምታ አቅርቡልኝ።</a:t>
            </a:r>
            <a:r>
              <a:rPr lang="en-US" sz="3600" b="0" u="none" strike="noStrike">
                <a:solidFill>
                  <a:srgbClr val="000000"/>
                </a:solidFill>
                <a:effectLst/>
                <a:uFillTx/>
                <a:latin typeface="Perpetua"/>
              </a:rPr>
              <a:t>” 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Perpetua"/>
            </a:endParaRPr>
          </a:p>
          <a:p>
            <a:pPr marL="272880" indent="-272880" algn="ctr">
              <a:lnSpc>
                <a:spcPct val="100000"/>
              </a:lnSpc>
              <a:spcBef>
                <a:spcPts val="5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400" b="0" u="none" strike="noStrike">
                <a:solidFill>
                  <a:srgbClr val="FF0000"/>
                </a:solidFill>
                <a:effectLst/>
                <a:uFillTx/>
                <a:latin typeface="Times New Roman"/>
                <a:cs typeface="Times New Roman"/>
              </a:rPr>
              <a:t>ሮሜ </a:t>
            </a:r>
            <a:r>
              <a:rPr lang="en-US" sz="4400" b="0" u="none" strike="noStrike">
                <a:solidFill>
                  <a:srgbClr val="FF0000"/>
                </a:solidFill>
                <a:effectLst/>
                <a:uFillTx/>
                <a:latin typeface="Times New Roman"/>
                <a:ea typeface="Times New Roman"/>
              </a:rPr>
              <a:t>16</a:t>
            </a:r>
            <a:r>
              <a:rPr lang="en-US" sz="4400" b="0" u="none" strike="noStrike">
                <a:solidFill>
                  <a:srgbClr val="FF0000"/>
                </a:solidFill>
                <a:effectLst/>
                <a:uFillTx/>
                <a:latin typeface="Times New Roman"/>
                <a:cs typeface="Times New Roman"/>
              </a:rPr>
              <a:t>፡</a:t>
            </a:r>
            <a:r>
              <a:rPr lang="en-US" sz="4400" b="0" u="none" strike="noStrike">
                <a:solidFill>
                  <a:srgbClr val="FF0000"/>
                </a:solidFill>
                <a:effectLst/>
                <a:uFillTx/>
                <a:latin typeface="Times New Roman"/>
                <a:ea typeface="Times New Roman"/>
              </a:rPr>
              <a:t>3-5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Perpetu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914400" y="2743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91440" anchor="b">
            <a:noAutofit/>
          </a:bodyPr>
          <a:p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000" b="0" u="none" strike="noStrike">
                <a:solidFill>
                  <a:srgbClr val="FF0000"/>
                </a:solidFill>
                <a:effectLst/>
                <a:uFillTx/>
                <a:latin typeface="Franklin Gothic Book"/>
              </a:rPr>
              <a:t>3. </a:t>
            </a:r>
            <a:r>
              <a:rPr lang="en-US" sz="4000" b="0" u="none" strike="noStrike">
                <a:solidFill>
                  <a:srgbClr val="FF0000"/>
                </a:solidFill>
                <a:effectLst/>
                <a:uFillTx/>
                <a:latin typeface="Franklin Gothic Book"/>
              </a:rPr>
              <a:t>ለሕዝብ</a:t>
            </a:r>
            <a:endParaRPr lang="en-US" sz="4000" b="0" u="none" strike="noStrike">
              <a:solidFill>
                <a:srgbClr val="696464"/>
              </a:solidFill>
              <a:effectLst/>
              <a:uFillTx/>
              <a:latin typeface="Franklin Gothic Book"/>
            </a:endParaRPr>
          </a:p>
        </p:txBody>
      </p:sp>
      <p:sp>
        <p:nvSpPr>
          <p:cNvPr id="133" name="Slide Number Placeholder 3"/>
          <p:cNvSpPr/>
          <p:nvPr/>
        </p:nvSpPr>
        <p:spPr>
          <a:xfrm>
            <a:off x="146160" y="6210360"/>
            <a:ext cx="457200" cy="457200"/>
          </a:xfrm>
          <a:prstGeom prst="ellipse">
            <a:avLst/>
          </a:prstGeom>
          <a:solidFill>
            <a:srgbClr val="D3481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 anchorCtr="1">
            <a:no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2E1323F9-FE47-4CEA-B11F-1995F02B301C}" type="slidenum"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Franklin Gothic Book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"/>
          <p:cNvSpPr txBox="1"/>
          <p:nvPr/>
        </p:nvSpPr>
        <p:spPr>
          <a:xfrm>
            <a:off x="456840" y="1600200"/>
            <a:ext cx="8381880" cy="45259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272880" indent="-272880">
              <a:spcBef>
                <a:spcPts val="575"/>
              </a:spcBef>
              <a:buClr>
                <a:srgbClr val="D34817"/>
              </a:buClr>
              <a:buSzPct val="85000"/>
              <a:buFont typeface="Wingdings 2" charset="2"/>
              <a:buChar char="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600" b="0" u="none" strike="noStrike">
                <a:solidFill>
                  <a:srgbClr val="000000"/>
                </a:solidFill>
                <a:effectLst/>
                <a:uFillTx/>
                <a:latin typeface="Perpetua"/>
              </a:rPr>
              <a:t>“</a:t>
            </a:r>
            <a:r>
              <a:rPr lang="am-ET" sz="3600" b="0" u="none" strike="noStrike">
                <a:solidFill>
                  <a:srgbClr val="000000"/>
                </a:solidFill>
                <a:effectLst/>
                <a:uFillTx/>
                <a:latin typeface="Nyala"/>
              </a:rPr>
              <a:t>ሕዝቡንም አይቶ ወደ ተራራ ወጣ፤ በተቀመጠም ጊዜ ደቀ መዛሙርቱ ወደ እርሱ ቀረቡ፤</a:t>
            </a:r>
            <a:r>
              <a:rPr lang="en-US" sz="3600" b="0" u="none" strike="noStrike">
                <a:solidFill>
                  <a:srgbClr val="000000"/>
                </a:solidFill>
                <a:effectLst/>
                <a:uFillTx/>
                <a:latin typeface="Perpetua"/>
              </a:rPr>
              <a:t> </a:t>
            </a:r>
            <a:r>
              <a:rPr lang="am-ET" sz="3600" b="0" u="none" strike="noStrike">
                <a:solidFill>
                  <a:srgbClr val="000000"/>
                </a:solidFill>
                <a:effectLst/>
                <a:uFillTx/>
                <a:latin typeface="Nyala"/>
              </a:rPr>
              <a:t>አፉንም ከፍቶ አስተማራቸው እንዲህም አለ፦</a:t>
            </a:r>
            <a:r>
              <a:rPr lang="en-US" sz="3600" b="0" u="none" strike="noStrike">
                <a:solidFill>
                  <a:srgbClr val="000000"/>
                </a:solidFill>
                <a:effectLst/>
                <a:uFillTx/>
                <a:latin typeface="Perpetua"/>
              </a:rPr>
              <a:t> </a:t>
            </a:r>
            <a:r>
              <a:rPr lang="en-US" sz="3600" b="0" u="none" strike="noStrike">
                <a:solidFill>
                  <a:srgbClr val="000000"/>
                </a:solidFill>
                <a:effectLst/>
                <a:uFillTx/>
                <a:latin typeface="Perpetua"/>
              </a:rPr>
              <a:t>. . .” 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Perpetua"/>
            </a:endParaRPr>
          </a:p>
          <a:p>
            <a:pPr marL="272880" indent="-272880" algn="ctr">
              <a:spcBef>
                <a:spcPts val="5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600" b="0" u="none" strike="noStrike">
                <a:solidFill>
                  <a:srgbClr val="FF0000"/>
                </a:solidFill>
                <a:effectLst/>
                <a:uFillTx/>
                <a:latin typeface="Perpetua"/>
              </a:rPr>
              <a:t>ማቴ</a:t>
            </a:r>
            <a:r>
              <a:rPr lang="en-US" sz="3600" b="0" u="none" strike="noStrike">
                <a:solidFill>
                  <a:srgbClr val="FF0000"/>
                </a:solidFill>
                <a:effectLst/>
                <a:uFillTx/>
                <a:latin typeface="Perpetua"/>
              </a:rPr>
              <a:t>. 5</a:t>
            </a:r>
            <a:r>
              <a:rPr lang="en-US" sz="3600" b="0" u="none" strike="noStrike">
                <a:solidFill>
                  <a:srgbClr val="FF0000"/>
                </a:solidFill>
                <a:effectLst/>
                <a:uFillTx/>
                <a:latin typeface="Perpetua"/>
              </a:rPr>
              <a:t>፡</a:t>
            </a:r>
            <a:r>
              <a:rPr lang="en-US" sz="3600" b="0" u="none" strike="noStrike">
                <a:solidFill>
                  <a:srgbClr val="FF0000"/>
                </a:solidFill>
                <a:effectLst/>
                <a:uFillTx/>
                <a:latin typeface="Perpetua"/>
              </a:rPr>
              <a:t>1-2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Perpetua"/>
            </a:endParaRPr>
          </a:p>
          <a:p>
            <a:pPr marL="272880" indent="-272880">
              <a:lnSpc>
                <a:spcPct val="100000"/>
              </a:lnSpc>
              <a:spcBef>
                <a:spcPts val="5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3600" b="0" u="none" strike="noStrike">
              <a:solidFill>
                <a:srgbClr val="000000"/>
              </a:solidFill>
              <a:effectLst/>
              <a:uFillTx/>
              <a:latin typeface="Perpetua"/>
            </a:endParaRPr>
          </a:p>
          <a:p>
            <a:pPr marL="272880" indent="-272880">
              <a:lnSpc>
                <a:spcPct val="100000"/>
              </a:lnSpc>
              <a:spcBef>
                <a:spcPts val="575"/>
              </a:spcBef>
              <a:buClr>
                <a:srgbClr val="D34817"/>
              </a:buClr>
              <a:buSzPct val="85000"/>
              <a:buFont typeface="Wingdings 2" charset="2"/>
              <a:buChar char="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3600" b="0" u="none" strike="noStrike">
              <a:solidFill>
                <a:srgbClr val="000000"/>
              </a:solidFill>
              <a:effectLst/>
              <a:uFillTx/>
              <a:latin typeface="Perpetu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10237</TotalTime>
  <Application>LibreOffice/26.2.5.2$Linux_X86_64 LibreOffice_project/620$Build-2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2010-04-24T20:00:19Z</dcterms:created>
  <dc:creator>birhanu</dc:creator>
  <dc:description/>
  <dc:language>en-US</dc:language>
  <cp:lastModifiedBy>user</cp:lastModifiedBy>
  <dcterms:modified xsi:type="dcterms:W3CDTF">2016-06-15T22:13:22Z</dcterms:modified>
  <cp:revision>698</cp:revision>
  <dc:subject/>
  <dc:title>የመናፍቃን እንቅስቃሴ በኢትዮጵያ</dc:title>
</cp:coreProperties>
</file>